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Lst>
  <p:sldSz cy="5143500" cx="9144000"/>
  <p:notesSz cx="6858000" cy="9144000"/>
  <p:embeddedFontLst>
    <p:embeddedFont>
      <p:font typeface="Oswald"/>
      <p:regular r:id="rId64"/>
      <p:bold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Oswald-regular.fntdata"/><Relationship Id="rId63" Type="http://schemas.openxmlformats.org/officeDocument/2006/relationships/slide" Target="slides/slide58.xml"/><Relationship Id="rId22" Type="http://schemas.openxmlformats.org/officeDocument/2006/relationships/slide" Target="slides/slide17.xml"/><Relationship Id="rId21" Type="http://schemas.openxmlformats.org/officeDocument/2006/relationships/slide" Target="slides/slide16.xml"/><Relationship Id="rId65" Type="http://schemas.openxmlformats.org/officeDocument/2006/relationships/font" Target="fonts/Oswald-bold.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713688a12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713688a12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713688a12b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713688a12b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713688a12b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713688a12b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713688a12b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713688a12b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713688a12b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713688a12b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75d3067717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75d3067717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713688a12b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713688a12b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 vs. Tackle + 3</a:t>
            </a:r>
            <a:endParaRPr/>
          </a:p>
          <a:p>
            <a:pPr indent="0" lvl="0" marL="0" rtl="0" algn="l">
              <a:spcBef>
                <a:spcPts val="0"/>
              </a:spcBef>
              <a:spcAft>
                <a:spcPts val="0"/>
              </a:spcAft>
              <a:buNone/>
            </a:pPr>
            <a:r>
              <a:rPr lang="en"/>
              <a:t>DE unblocked</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71b09687eb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71b09687eb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713688a12b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713688a12b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 double-team</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713688a12b_0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713688a12b_0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75b5bf42b9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75b5bf42b9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75b5bf42b9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75b5bf42b9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75b5bf42b9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75b5bf42b9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75d306771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75d306771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713688a12b_0_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713688a12b_0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75b5bf42b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75b5bf42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713688a12b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713688a12b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75b5bf42b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375b5bf42b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75b5bf42b9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375b5bf42b9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375d3067717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g375d3067717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375d3067717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375d3067717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75d3067717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375d3067717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375d3067717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6" name="Google Shape;776;g375d3067717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7883376d3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37883376d3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37883376d38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37883376d38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37883376d38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2" name="Google Shape;852;g37883376d38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37883376d38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0" name="Google Shape;870;g37883376d38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37883376d38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8" name="Google Shape;888;g37883376d38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g37a96bb62b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6" name="Google Shape;906;g37a96bb62b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37a96bb62b5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7" name="Google Shape;927;g37a96bb62b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37a96bb62b5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37a96bb62b5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37a96bb62b5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1" name="Google Shape;971;g37a96bb62b5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7a96bb62b5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5" name="Google Shape;995;g37a96bb62b5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g37a96bb62b5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7" name="Google Shape;1017;g37a96bb62b5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7883376d38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1" name="Google Shape;1041;g37883376d38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g37a96bb62b5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2" name="Google Shape;1062;g37a96bb62b5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80651fa1c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5" name="Google Shape;1085;g380651fa1c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g380651fa1ca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8" name="Google Shape;1108;g380651fa1ca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80651fa1ca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1" name="Google Shape;1131;g380651fa1ca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380651fa1c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4" name="Google Shape;1154;g380651fa1c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g380651fa1ca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7" name="Google Shape;1177;g380651fa1ca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8" name="Shape 1198"/>
        <p:cNvGrpSpPr/>
        <p:nvPr/>
      </p:nvGrpSpPr>
      <p:grpSpPr>
        <a:xfrm>
          <a:off x="0" y="0"/>
          <a:ext cx="0" cy="0"/>
          <a:chOff x="0" y="0"/>
          <a:chExt cx="0" cy="0"/>
        </a:xfrm>
      </p:grpSpPr>
      <p:sp>
        <p:nvSpPr>
          <p:cNvPr id="1199" name="Google Shape;1199;g380651fa1ca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0" name="Google Shape;1200;g380651fa1ca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g380651fa1ca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3" name="Google Shape;1223;g380651fa1ca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380651fa1ca_1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6" name="Google Shape;1246;g380651fa1ca_1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g380651fa1ca_1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9" name="Google Shape;1269;g380651fa1ca_1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0" name="Shape 1290"/>
        <p:cNvGrpSpPr/>
        <p:nvPr/>
      </p:nvGrpSpPr>
      <p:grpSpPr>
        <a:xfrm>
          <a:off x="0" y="0"/>
          <a:ext cx="0" cy="0"/>
          <a:chOff x="0" y="0"/>
          <a:chExt cx="0" cy="0"/>
        </a:xfrm>
      </p:grpSpPr>
      <p:sp>
        <p:nvSpPr>
          <p:cNvPr id="1291" name="Google Shape;1291;g380651fa1ca_1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2" name="Google Shape;1292;g380651fa1ca_1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g380651fa1ca_1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5" name="Google Shape;1315;g380651fa1ca_1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7" name="Shape 1337"/>
        <p:cNvGrpSpPr/>
        <p:nvPr/>
      </p:nvGrpSpPr>
      <p:grpSpPr>
        <a:xfrm>
          <a:off x="0" y="0"/>
          <a:ext cx="0" cy="0"/>
          <a:chOff x="0" y="0"/>
          <a:chExt cx="0" cy="0"/>
        </a:xfrm>
      </p:grpSpPr>
      <p:sp>
        <p:nvSpPr>
          <p:cNvPr id="1338" name="Google Shape;1338;g380651fa1ca_1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9" name="Google Shape;1339;g380651fa1ca_1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g380c90e6b8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3" name="Google Shape;1363;g380c90e6b8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4" name="Shape 1394"/>
        <p:cNvGrpSpPr/>
        <p:nvPr/>
      </p:nvGrpSpPr>
      <p:grpSpPr>
        <a:xfrm>
          <a:off x="0" y="0"/>
          <a:ext cx="0" cy="0"/>
          <a:chOff x="0" y="0"/>
          <a:chExt cx="0" cy="0"/>
        </a:xfrm>
      </p:grpSpPr>
      <p:sp>
        <p:nvSpPr>
          <p:cNvPr id="1395" name="Google Shape;1395;g380c90e6b86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6" name="Google Shape;1396;g380c90e6b86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7" name="Shape 1427"/>
        <p:cNvGrpSpPr/>
        <p:nvPr/>
      </p:nvGrpSpPr>
      <p:grpSpPr>
        <a:xfrm>
          <a:off x="0" y="0"/>
          <a:ext cx="0" cy="0"/>
          <a:chOff x="0" y="0"/>
          <a:chExt cx="0" cy="0"/>
        </a:xfrm>
      </p:grpSpPr>
      <p:sp>
        <p:nvSpPr>
          <p:cNvPr id="1428" name="Google Shape;1428;g380c90e6b86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9" name="Google Shape;1429;g380c90e6b86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1" name="Shape 1461"/>
        <p:cNvGrpSpPr/>
        <p:nvPr/>
      </p:nvGrpSpPr>
      <p:grpSpPr>
        <a:xfrm>
          <a:off x="0" y="0"/>
          <a:ext cx="0" cy="0"/>
          <a:chOff x="0" y="0"/>
          <a:chExt cx="0" cy="0"/>
        </a:xfrm>
      </p:grpSpPr>
      <p:sp>
        <p:nvSpPr>
          <p:cNvPr id="1462" name="Google Shape;1462;g380c90e6b86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3" name="Google Shape;1463;g380c90e6b86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5" name="Shape 1495"/>
        <p:cNvGrpSpPr/>
        <p:nvPr/>
      </p:nvGrpSpPr>
      <p:grpSpPr>
        <a:xfrm>
          <a:off x="0" y="0"/>
          <a:ext cx="0" cy="0"/>
          <a:chOff x="0" y="0"/>
          <a:chExt cx="0" cy="0"/>
        </a:xfrm>
      </p:grpSpPr>
      <p:sp>
        <p:nvSpPr>
          <p:cNvPr id="1496" name="Google Shape;1496;g380c90e6b86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7" name="Google Shape;1497;g380c90e6b86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1" name="Shape 1531"/>
        <p:cNvGrpSpPr/>
        <p:nvPr/>
      </p:nvGrpSpPr>
      <p:grpSpPr>
        <a:xfrm>
          <a:off x="0" y="0"/>
          <a:ext cx="0" cy="0"/>
          <a:chOff x="0" y="0"/>
          <a:chExt cx="0" cy="0"/>
        </a:xfrm>
      </p:grpSpPr>
      <p:sp>
        <p:nvSpPr>
          <p:cNvPr id="1532" name="Google Shape;1532;g380c90e6b86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3" name="Google Shape;1533;g380c90e6b86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3" name="Shape 1573"/>
        <p:cNvGrpSpPr/>
        <p:nvPr/>
      </p:nvGrpSpPr>
      <p:grpSpPr>
        <a:xfrm>
          <a:off x="0" y="0"/>
          <a:ext cx="0" cy="0"/>
          <a:chOff x="0" y="0"/>
          <a:chExt cx="0" cy="0"/>
        </a:xfrm>
      </p:grpSpPr>
      <p:sp>
        <p:nvSpPr>
          <p:cNvPr id="1574" name="Google Shape;1574;g389bb12269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5" name="Google Shape;1575;g389bb12269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1" name="Shape 1611"/>
        <p:cNvGrpSpPr/>
        <p:nvPr/>
      </p:nvGrpSpPr>
      <p:grpSpPr>
        <a:xfrm>
          <a:off x="0" y="0"/>
          <a:ext cx="0" cy="0"/>
          <a:chOff x="0" y="0"/>
          <a:chExt cx="0" cy="0"/>
        </a:xfrm>
      </p:grpSpPr>
      <p:sp>
        <p:nvSpPr>
          <p:cNvPr id="1612" name="Google Shape;1612;g389bb122699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3" name="Google Shape;1613;g389bb122699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9" name="Shape 1639"/>
        <p:cNvGrpSpPr/>
        <p:nvPr/>
      </p:nvGrpSpPr>
      <p:grpSpPr>
        <a:xfrm>
          <a:off x="0" y="0"/>
          <a:ext cx="0" cy="0"/>
          <a:chOff x="0" y="0"/>
          <a:chExt cx="0" cy="0"/>
        </a:xfrm>
      </p:grpSpPr>
      <p:sp>
        <p:nvSpPr>
          <p:cNvPr id="1640" name="Google Shape;1640;g38dc3da3b2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1" name="Google Shape;1641;g38dc3da3b2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0" name="Shape 1790"/>
        <p:cNvGrpSpPr/>
        <p:nvPr/>
      </p:nvGrpSpPr>
      <p:grpSpPr>
        <a:xfrm>
          <a:off x="0" y="0"/>
          <a:ext cx="0" cy="0"/>
          <a:chOff x="0" y="0"/>
          <a:chExt cx="0" cy="0"/>
        </a:xfrm>
      </p:grpSpPr>
      <p:sp>
        <p:nvSpPr>
          <p:cNvPr id="1791" name="Google Shape;1791;g38dc3da3b24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2" name="Google Shape;1792;g38dc3da3b24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1.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1.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1.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1.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1.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1.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1.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1.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1.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image" Target="../media/image1.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1.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image" Target="../media/image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 Id="rId3" Type="http://schemas.openxmlformats.org/officeDocument/2006/relationships/image" Target="../media/image1.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 Id="rId3" Type="http://schemas.openxmlformats.org/officeDocument/2006/relationships/image" Target="../media/image1.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 Id="rId3" Type="http://schemas.openxmlformats.org/officeDocument/2006/relationships/image" Target="../media/image1.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 Id="rId3" Type="http://schemas.openxmlformats.org/officeDocument/2006/relationships/image" Target="../media/image1.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 Id="rId3" Type="http://schemas.openxmlformats.org/officeDocument/2006/relationships/image" Target="../media/image1.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 Id="rId3" Type="http://schemas.openxmlformats.org/officeDocument/2006/relationships/image" Target="../media/image1.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Oswald"/>
                <a:ea typeface="Oswald"/>
                <a:cs typeface="Oswald"/>
                <a:sym typeface="Oswald"/>
              </a:rPr>
              <a:t>Tinley Bulldogs Football</a:t>
            </a:r>
            <a:endParaRPr>
              <a:latin typeface="Oswald"/>
              <a:ea typeface="Oswald"/>
              <a:cs typeface="Oswald"/>
              <a:sym typeface="Oswald"/>
            </a:endParaRPr>
          </a:p>
        </p:txBody>
      </p:sp>
      <p:sp>
        <p:nvSpPr>
          <p:cNvPr id="55" name="Google Shape;55;p13"/>
          <p:cNvSpPr txBox="1"/>
          <p:nvPr>
            <p:ph idx="1" type="subTitle"/>
          </p:nvPr>
        </p:nvSpPr>
        <p:spPr>
          <a:xfrm>
            <a:off x="3160900" y="2685950"/>
            <a:ext cx="2772900" cy="4467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SzPts val="605"/>
              <a:buNone/>
            </a:pPr>
            <a:r>
              <a:rPr lang="en" sz="1445">
                <a:latin typeface="Calibri"/>
                <a:ea typeface="Calibri"/>
                <a:cs typeface="Calibri"/>
                <a:sym typeface="Calibri"/>
              </a:rPr>
              <a:t>2025 Varsity Players Playbook</a:t>
            </a:r>
            <a:endParaRPr sz="1445">
              <a:latin typeface="Calibri"/>
              <a:ea typeface="Calibri"/>
              <a:cs typeface="Calibri"/>
              <a:sym typeface="Calibri"/>
            </a:endParaRPr>
          </a:p>
          <a:p>
            <a:pPr indent="0" lvl="0" marL="0" rtl="0" algn="ctr">
              <a:lnSpc>
                <a:spcPct val="80000"/>
              </a:lnSpc>
              <a:spcBef>
                <a:spcPts val="0"/>
              </a:spcBef>
              <a:spcAft>
                <a:spcPts val="0"/>
              </a:spcAft>
              <a:buSzPts val="605"/>
              <a:buNone/>
            </a:pPr>
            <a:r>
              <a:rPr lang="en" sz="1145">
                <a:latin typeface="Calibri"/>
                <a:ea typeface="Calibri"/>
                <a:cs typeface="Calibri"/>
                <a:sym typeface="Calibri"/>
              </a:rPr>
              <a:t>v1.0</a:t>
            </a:r>
            <a:endParaRPr sz="1145">
              <a:latin typeface="Calibri"/>
              <a:ea typeface="Calibri"/>
              <a:cs typeface="Calibri"/>
              <a:sym typeface="Calibri"/>
            </a:endParaRPr>
          </a:p>
        </p:txBody>
      </p:sp>
      <p:pic>
        <p:nvPicPr>
          <p:cNvPr id="56" name="Google Shape;56;p13"/>
          <p:cNvPicPr preferRelativeResize="0"/>
          <p:nvPr/>
        </p:nvPicPr>
        <p:blipFill rotWithShape="1">
          <a:blip r:embed="rId3">
            <a:alphaModFix/>
          </a:blip>
          <a:srcRect b="67519" l="30670" r="30468" t="12480"/>
          <a:stretch/>
        </p:blipFill>
        <p:spPr>
          <a:xfrm>
            <a:off x="3928163" y="1039500"/>
            <a:ext cx="1238375" cy="6968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60" name="Shape 60"/>
        <p:cNvGrpSpPr/>
        <p:nvPr/>
      </p:nvGrpSpPr>
      <p:grpSpPr>
        <a:xfrm>
          <a:off x="0" y="0"/>
          <a:ext cx="0" cy="0"/>
          <a:chOff x="0" y="0"/>
          <a:chExt cx="0" cy="0"/>
        </a:xfrm>
      </p:grpSpPr>
      <p:sp>
        <p:nvSpPr>
          <p:cNvPr id="61" name="Google Shape;61;p14"/>
          <p:cNvSpPr txBox="1"/>
          <p:nvPr>
            <p:ph type="title"/>
          </p:nvPr>
        </p:nvSpPr>
        <p:spPr>
          <a:xfrm>
            <a:off x="67025" y="78000"/>
            <a:ext cx="79002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4120">
                <a:solidFill>
                  <a:srgbClr val="D9D9D9"/>
                </a:solidFill>
                <a:latin typeface="Oswald"/>
                <a:ea typeface="Oswald"/>
                <a:cs typeface="Oswald"/>
                <a:sym typeface="Oswald"/>
              </a:rPr>
              <a:t>CADENCE / MOTION</a:t>
            </a:r>
            <a:endParaRPr sz="4120">
              <a:solidFill>
                <a:srgbClr val="D9D9D9"/>
              </a:solidFill>
              <a:latin typeface="Oswald"/>
              <a:ea typeface="Oswald"/>
              <a:cs typeface="Oswald"/>
              <a:sym typeface="Oswald"/>
            </a:endParaRPr>
          </a:p>
        </p:txBody>
      </p:sp>
      <p:cxnSp>
        <p:nvCxnSpPr>
          <p:cNvPr id="62" name="Google Shape;62;p14"/>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63" name="Google Shape;63;p14"/>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sp>
        <p:nvSpPr>
          <p:cNvPr id="64" name="Google Shape;64;p14"/>
          <p:cNvSpPr txBox="1"/>
          <p:nvPr/>
        </p:nvSpPr>
        <p:spPr>
          <a:xfrm>
            <a:off x="251125" y="1047750"/>
            <a:ext cx="8702400" cy="338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CCCCCC"/>
                </a:solidFill>
                <a:latin typeface="Calibri"/>
                <a:ea typeface="Calibri"/>
                <a:cs typeface="Calibri"/>
                <a:sym typeface="Calibri"/>
              </a:rPr>
              <a:t>CADENCE</a:t>
            </a:r>
            <a:endParaRPr b="1" sz="1800">
              <a:solidFill>
                <a:srgbClr val="CCCCCC"/>
              </a:solidFill>
              <a:latin typeface="Calibri"/>
              <a:ea typeface="Calibri"/>
              <a:cs typeface="Calibri"/>
              <a:sym typeface="Calibri"/>
            </a:endParaRPr>
          </a:p>
          <a:p>
            <a:pPr indent="-342900" lvl="0" marL="457200" rtl="0" algn="l">
              <a:spcBef>
                <a:spcPts val="0"/>
              </a:spcBef>
              <a:spcAft>
                <a:spcPts val="0"/>
              </a:spcAft>
              <a:buClr>
                <a:schemeClr val="dk2"/>
              </a:buClr>
              <a:buSzPts val="1800"/>
              <a:buFont typeface="Calibri"/>
              <a:buChar char="●"/>
            </a:pPr>
            <a:r>
              <a:rPr b="1" lang="en" sz="1800">
                <a:solidFill>
                  <a:schemeClr val="dk2"/>
                </a:solidFill>
                <a:latin typeface="Calibri"/>
                <a:ea typeface="Calibri"/>
                <a:cs typeface="Calibri"/>
                <a:sym typeface="Calibri"/>
              </a:rPr>
              <a:t>“On One”: </a:t>
            </a:r>
            <a:r>
              <a:rPr lang="en" sz="1800">
                <a:solidFill>
                  <a:schemeClr val="dk2"/>
                </a:solidFill>
                <a:latin typeface="Calibri"/>
                <a:ea typeface="Calibri"/>
                <a:cs typeface="Calibri"/>
                <a:sym typeface="Calibri"/>
              </a:rPr>
              <a:t>Bulldogs Set GO</a:t>
            </a:r>
            <a:endParaRPr sz="1800">
              <a:solidFill>
                <a:schemeClr val="dk2"/>
              </a:solidFill>
              <a:latin typeface="Calibri"/>
              <a:ea typeface="Calibri"/>
              <a:cs typeface="Calibri"/>
              <a:sym typeface="Calibri"/>
            </a:endParaRPr>
          </a:p>
          <a:p>
            <a:pPr indent="-342900" lvl="0" marL="457200" rtl="0" algn="l">
              <a:spcBef>
                <a:spcPts val="0"/>
              </a:spcBef>
              <a:spcAft>
                <a:spcPts val="0"/>
              </a:spcAft>
              <a:buClr>
                <a:schemeClr val="dk2"/>
              </a:buClr>
              <a:buSzPts val="1800"/>
              <a:buFont typeface="Calibri"/>
              <a:buChar char="●"/>
            </a:pPr>
            <a:r>
              <a:rPr b="1" lang="en" sz="1800">
                <a:solidFill>
                  <a:schemeClr val="dk2"/>
                </a:solidFill>
                <a:latin typeface="Calibri"/>
                <a:ea typeface="Calibri"/>
                <a:cs typeface="Calibri"/>
                <a:sym typeface="Calibri"/>
              </a:rPr>
              <a:t>“On Two”: </a:t>
            </a:r>
            <a:r>
              <a:rPr lang="en" sz="1800">
                <a:solidFill>
                  <a:schemeClr val="dk2"/>
                </a:solidFill>
                <a:latin typeface="Calibri"/>
                <a:ea typeface="Calibri"/>
                <a:cs typeface="Calibri"/>
                <a:sym typeface="Calibri"/>
              </a:rPr>
              <a:t>Bulldogs Set GO GO</a:t>
            </a:r>
            <a:endParaRPr sz="1800">
              <a:solidFill>
                <a:schemeClr val="dk2"/>
              </a:solidFill>
              <a:latin typeface="Calibri"/>
              <a:ea typeface="Calibri"/>
              <a:cs typeface="Calibri"/>
              <a:sym typeface="Calibri"/>
            </a:endParaRPr>
          </a:p>
          <a:p>
            <a:pPr indent="-342900" lvl="0" marL="457200" rtl="0" algn="l">
              <a:spcBef>
                <a:spcPts val="0"/>
              </a:spcBef>
              <a:spcAft>
                <a:spcPts val="0"/>
              </a:spcAft>
              <a:buClr>
                <a:schemeClr val="dk2"/>
              </a:buClr>
              <a:buSzPts val="1800"/>
              <a:buFont typeface="Calibri"/>
              <a:buChar char="●"/>
            </a:pPr>
            <a:r>
              <a:rPr b="1" lang="en" sz="1800">
                <a:solidFill>
                  <a:schemeClr val="dk2"/>
                </a:solidFill>
                <a:latin typeface="Calibri"/>
                <a:ea typeface="Calibri"/>
                <a:cs typeface="Calibri"/>
                <a:sym typeface="Calibri"/>
              </a:rPr>
              <a:t>“On Set”: </a:t>
            </a:r>
            <a:r>
              <a:rPr lang="en" sz="1800">
                <a:solidFill>
                  <a:schemeClr val="dk2"/>
                </a:solidFill>
                <a:latin typeface="Calibri"/>
                <a:ea typeface="Calibri"/>
                <a:cs typeface="Calibri"/>
                <a:sym typeface="Calibri"/>
              </a:rPr>
              <a:t>Bulldogs Set </a:t>
            </a:r>
            <a:r>
              <a:rPr lang="en" sz="1500">
                <a:solidFill>
                  <a:srgbClr val="D9D9D9"/>
                </a:solidFill>
                <a:latin typeface="Calibri"/>
                <a:ea typeface="Calibri"/>
                <a:cs typeface="Calibri"/>
                <a:sym typeface="Calibri"/>
              </a:rPr>
              <a:t>(players in 3 point stance on “Bulldogs” call)</a:t>
            </a:r>
            <a:endParaRPr sz="1500">
              <a:solidFill>
                <a:srgbClr val="D9D9D9"/>
              </a:solidFill>
              <a:latin typeface="Calibri"/>
              <a:ea typeface="Calibri"/>
              <a:cs typeface="Calibri"/>
              <a:sym typeface="Calibri"/>
            </a:endParaRPr>
          </a:p>
          <a:p>
            <a:pPr indent="-342900" lvl="0" marL="457200" rtl="0" algn="l">
              <a:spcBef>
                <a:spcPts val="0"/>
              </a:spcBef>
              <a:spcAft>
                <a:spcPts val="0"/>
              </a:spcAft>
              <a:buClr>
                <a:schemeClr val="dk2"/>
              </a:buClr>
              <a:buSzPts val="1800"/>
              <a:buFont typeface="Calibri"/>
              <a:buChar char="●"/>
            </a:pPr>
            <a:r>
              <a:rPr b="1" lang="en" sz="1800">
                <a:solidFill>
                  <a:schemeClr val="dk2"/>
                </a:solidFill>
                <a:latin typeface="Calibri"/>
                <a:ea typeface="Calibri"/>
                <a:cs typeface="Calibri"/>
                <a:sym typeface="Calibri"/>
              </a:rPr>
              <a:t>“On Freeze”: </a:t>
            </a:r>
            <a:r>
              <a:rPr lang="en" sz="1800">
                <a:solidFill>
                  <a:schemeClr val="dk2"/>
                </a:solidFill>
                <a:latin typeface="Calibri"/>
                <a:ea typeface="Calibri"/>
                <a:cs typeface="Calibri"/>
                <a:sym typeface="Calibri"/>
              </a:rPr>
              <a:t>Bulldogs Set GO GO Set GO </a:t>
            </a:r>
            <a:r>
              <a:rPr lang="en" sz="1500">
                <a:solidFill>
                  <a:srgbClr val="CCCCCC"/>
                </a:solidFill>
                <a:latin typeface="Calibri"/>
                <a:ea typeface="Calibri"/>
                <a:cs typeface="Calibri"/>
                <a:sym typeface="Calibri"/>
              </a:rPr>
              <a:t>(players will go “on one” after 2nd “set” call)</a:t>
            </a:r>
            <a:endParaRPr sz="1500">
              <a:solidFill>
                <a:srgbClr val="CCCCCC"/>
              </a:solidFill>
              <a:latin typeface="Calibri"/>
              <a:ea typeface="Calibri"/>
              <a:cs typeface="Calibri"/>
              <a:sym typeface="Calibri"/>
            </a:endParaRPr>
          </a:p>
          <a:p>
            <a:pPr indent="0" lvl="0" marL="0" rtl="0" algn="l">
              <a:spcBef>
                <a:spcPts val="0"/>
              </a:spcBef>
              <a:spcAft>
                <a:spcPts val="0"/>
              </a:spcAft>
              <a:buNone/>
            </a:pPr>
            <a:r>
              <a:t/>
            </a:r>
            <a:endParaRPr b="1" sz="1800">
              <a:solidFill>
                <a:schemeClr val="dk2"/>
              </a:solidFill>
              <a:latin typeface="Calibri"/>
              <a:ea typeface="Calibri"/>
              <a:cs typeface="Calibri"/>
              <a:sym typeface="Calibri"/>
            </a:endParaRPr>
          </a:p>
          <a:p>
            <a:pPr indent="0" lvl="0" marL="0" rtl="0" algn="l">
              <a:spcBef>
                <a:spcPts val="0"/>
              </a:spcBef>
              <a:spcAft>
                <a:spcPts val="0"/>
              </a:spcAft>
              <a:buNone/>
            </a:pPr>
            <a:r>
              <a:rPr b="1" lang="en" sz="1800">
                <a:solidFill>
                  <a:srgbClr val="CCCCCC"/>
                </a:solidFill>
                <a:latin typeface="Calibri"/>
                <a:ea typeface="Calibri"/>
                <a:cs typeface="Calibri"/>
                <a:sym typeface="Calibri"/>
              </a:rPr>
              <a:t>MOTION</a:t>
            </a:r>
            <a:endParaRPr b="1" sz="1800">
              <a:solidFill>
                <a:schemeClr val="dk2"/>
              </a:solidFill>
              <a:latin typeface="Calibri"/>
              <a:ea typeface="Calibri"/>
              <a:cs typeface="Calibri"/>
              <a:sym typeface="Calibri"/>
            </a:endParaRPr>
          </a:p>
          <a:p>
            <a:pPr indent="-342900" lvl="0" marL="457200" rtl="0" algn="l">
              <a:spcBef>
                <a:spcPts val="0"/>
              </a:spcBef>
              <a:spcAft>
                <a:spcPts val="0"/>
              </a:spcAft>
              <a:buClr>
                <a:schemeClr val="dk2"/>
              </a:buClr>
              <a:buSzPts val="1800"/>
              <a:buFont typeface="Calibri"/>
              <a:buChar char="●"/>
            </a:pPr>
            <a:r>
              <a:rPr b="1" lang="en" sz="1800">
                <a:solidFill>
                  <a:schemeClr val="dk2"/>
                </a:solidFill>
                <a:latin typeface="Calibri"/>
                <a:ea typeface="Calibri"/>
                <a:cs typeface="Calibri"/>
                <a:sym typeface="Calibri"/>
              </a:rPr>
              <a:t>FLIP:</a:t>
            </a:r>
            <a:r>
              <a:rPr lang="en" sz="1800">
                <a:solidFill>
                  <a:schemeClr val="dk2"/>
                </a:solidFill>
                <a:latin typeface="Calibri"/>
                <a:ea typeface="Calibri"/>
                <a:cs typeface="Calibri"/>
                <a:sym typeface="Calibri"/>
              </a:rPr>
              <a:t> 2 moves to the other side out of the huddle</a:t>
            </a:r>
            <a:endParaRPr sz="1800">
              <a:solidFill>
                <a:schemeClr val="dk2"/>
              </a:solidFill>
              <a:latin typeface="Calibri"/>
              <a:ea typeface="Calibri"/>
              <a:cs typeface="Calibri"/>
              <a:sym typeface="Calibri"/>
            </a:endParaRPr>
          </a:p>
          <a:p>
            <a:pPr indent="-342900" lvl="0" marL="457200" rtl="0" algn="l">
              <a:spcBef>
                <a:spcPts val="0"/>
              </a:spcBef>
              <a:spcAft>
                <a:spcPts val="0"/>
              </a:spcAft>
              <a:buClr>
                <a:schemeClr val="dk2"/>
              </a:buClr>
              <a:buSzPts val="1800"/>
              <a:buFont typeface="Calibri"/>
              <a:buChar char="●"/>
            </a:pPr>
            <a:r>
              <a:rPr b="1" lang="en" sz="1800">
                <a:solidFill>
                  <a:schemeClr val="dk2"/>
                </a:solidFill>
                <a:latin typeface="Calibri"/>
                <a:ea typeface="Calibri"/>
                <a:cs typeface="Calibri"/>
                <a:sym typeface="Calibri"/>
              </a:rPr>
              <a:t>ACROSS MOTION: </a:t>
            </a:r>
            <a:r>
              <a:rPr lang="en" sz="1800">
                <a:solidFill>
                  <a:schemeClr val="dk2"/>
                </a:solidFill>
                <a:latin typeface="Calibri"/>
                <a:ea typeface="Calibri"/>
                <a:cs typeface="Calibri"/>
                <a:sym typeface="Calibri"/>
              </a:rPr>
              <a:t>Indicated player motions to same position on other side of formation on “set”. </a:t>
            </a:r>
            <a:r>
              <a:rPr lang="en" sz="1500">
                <a:solidFill>
                  <a:srgbClr val="CCCCCC"/>
                </a:solidFill>
                <a:latin typeface="Calibri"/>
                <a:ea typeface="Calibri"/>
                <a:cs typeface="Calibri"/>
                <a:sym typeface="Calibri"/>
              </a:rPr>
              <a:t>(Example: “3 Across”)</a:t>
            </a:r>
            <a:endParaRPr sz="1500">
              <a:solidFill>
                <a:srgbClr val="CCCCCC"/>
              </a:solidFill>
              <a:latin typeface="Calibri"/>
              <a:ea typeface="Calibri"/>
              <a:cs typeface="Calibri"/>
              <a:sym typeface="Calibri"/>
            </a:endParaRPr>
          </a:p>
          <a:p>
            <a:pPr indent="-342900" lvl="0" marL="457200" rtl="0" algn="l">
              <a:spcBef>
                <a:spcPts val="0"/>
              </a:spcBef>
              <a:spcAft>
                <a:spcPts val="0"/>
              </a:spcAft>
              <a:buClr>
                <a:schemeClr val="dk2"/>
              </a:buClr>
              <a:buSzPts val="1800"/>
              <a:buFont typeface="Calibri"/>
              <a:buChar char="●"/>
            </a:pPr>
            <a:r>
              <a:rPr b="1" lang="en" sz="1800">
                <a:solidFill>
                  <a:schemeClr val="dk2"/>
                </a:solidFill>
                <a:latin typeface="Calibri"/>
                <a:ea typeface="Calibri"/>
                <a:cs typeface="Calibri"/>
                <a:sym typeface="Calibri"/>
              </a:rPr>
              <a:t>JET MOTION:</a:t>
            </a:r>
            <a:r>
              <a:rPr lang="en" sz="1800">
                <a:solidFill>
                  <a:schemeClr val="dk2"/>
                </a:solidFill>
                <a:latin typeface="Calibri"/>
                <a:ea typeface="Calibri"/>
                <a:cs typeface="Calibri"/>
                <a:sym typeface="Calibri"/>
              </a:rPr>
              <a:t> Indicated player motions in front of QB, waits for ball to snap before crossing. </a:t>
            </a:r>
            <a:r>
              <a:rPr lang="en" sz="1500">
                <a:solidFill>
                  <a:srgbClr val="CCCCCC"/>
                </a:solidFill>
                <a:latin typeface="Calibri"/>
                <a:ea typeface="Calibri"/>
                <a:cs typeface="Calibri"/>
                <a:sym typeface="Calibri"/>
              </a:rPr>
              <a:t>(Example: “3 Jet”)</a:t>
            </a:r>
            <a:endParaRPr sz="1500">
              <a:solidFill>
                <a:srgbClr val="CCCCCC"/>
              </a:solidFill>
              <a:latin typeface="Calibri"/>
              <a:ea typeface="Calibri"/>
              <a:cs typeface="Calibri"/>
              <a:sym typeface="Calibri"/>
            </a:endParaRPr>
          </a:p>
          <a:p>
            <a:pPr indent="0" lvl="0" marL="0" rtl="0" algn="l">
              <a:spcBef>
                <a:spcPts val="0"/>
              </a:spcBef>
              <a:spcAft>
                <a:spcPts val="0"/>
              </a:spcAft>
              <a:buNone/>
            </a:pPr>
            <a:r>
              <a:t/>
            </a:r>
            <a:endParaRPr sz="1800">
              <a:solidFill>
                <a:schemeClr val="dk2"/>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68" name="Shape 68"/>
        <p:cNvGrpSpPr/>
        <p:nvPr/>
      </p:nvGrpSpPr>
      <p:grpSpPr>
        <a:xfrm>
          <a:off x="0" y="0"/>
          <a:ext cx="0" cy="0"/>
          <a:chOff x="0" y="0"/>
          <a:chExt cx="0" cy="0"/>
        </a:xfrm>
      </p:grpSpPr>
      <p:sp>
        <p:nvSpPr>
          <p:cNvPr id="69" name="Google Shape;69;p15"/>
          <p:cNvSpPr txBox="1"/>
          <p:nvPr>
            <p:ph type="title"/>
          </p:nvPr>
        </p:nvSpPr>
        <p:spPr>
          <a:xfrm>
            <a:off x="67025" y="78000"/>
            <a:ext cx="79002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4120">
                <a:solidFill>
                  <a:srgbClr val="D9D9D9"/>
                </a:solidFill>
                <a:latin typeface="Oswald"/>
                <a:ea typeface="Oswald"/>
                <a:cs typeface="Oswald"/>
                <a:sym typeface="Oswald"/>
              </a:rPr>
              <a:t>AUDIBLES</a:t>
            </a:r>
            <a:endParaRPr sz="4120">
              <a:solidFill>
                <a:srgbClr val="D9D9D9"/>
              </a:solidFill>
              <a:latin typeface="Oswald"/>
              <a:ea typeface="Oswald"/>
              <a:cs typeface="Oswald"/>
              <a:sym typeface="Oswald"/>
            </a:endParaRPr>
          </a:p>
        </p:txBody>
      </p:sp>
      <p:cxnSp>
        <p:nvCxnSpPr>
          <p:cNvPr id="70" name="Google Shape;70;p15"/>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71" name="Google Shape;71;p15"/>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sp>
        <p:nvSpPr>
          <p:cNvPr id="72" name="Google Shape;72;p15"/>
          <p:cNvSpPr txBox="1"/>
          <p:nvPr/>
        </p:nvSpPr>
        <p:spPr>
          <a:xfrm>
            <a:off x="251125" y="1047750"/>
            <a:ext cx="8702400" cy="338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CCCCCC"/>
                </a:solidFill>
                <a:latin typeface="Calibri"/>
                <a:ea typeface="Calibri"/>
                <a:cs typeface="Calibri"/>
                <a:sym typeface="Calibri"/>
              </a:rPr>
              <a:t>CADENCE</a:t>
            </a:r>
            <a:endParaRPr b="1" sz="1800">
              <a:solidFill>
                <a:srgbClr val="CCCCCC"/>
              </a:solidFill>
              <a:latin typeface="Calibri"/>
              <a:ea typeface="Calibri"/>
              <a:cs typeface="Calibri"/>
              <a:sym typeface="Calibri"/>
            </a:endParaRPr>
          </a:p>
          <a:p>
            <a:pPr indent="-342900" lvl="0" marL="457200" rtl="0" algn="l">
              <a:spcBef>
                <a:spcPts val="0"/>
              </a:spcBef>
              <a:spcAft>
                <a:spcPts val="0"/>
              </a:spcAft>
              <a:buClr>
                <a:schemeClr val="dk2"/>
              </a:buClr>
              <a:buSzPts val="1800"/>
              <a:buFont typeface="Calibri"/>
              <a:buChar char="●"/>
            </a:pPr>
            <a:r>
              <a:rPr b="1" lang="en" sz="1800">
                <a:solidFill>
                  <a:srgbClr val="FF0000"/>
                </a:solidFill>
                <a:latin typeface="Calibri"/>
                <a:ea typeface="Calibri"/>
                <a:cs typeface="Calibri"/>
                <a:sym typeface="Calibri"/>
              </a:rPr>
              <a:t>“Red” </a:t>
            </a:r>
            <a:r>
              <a:rPr b="1" lang="en" sz="1800">
                <a:solidFill>
                  <a:schemeClr val="dk2"/>
                </a:solidFill>
                <a:latin typeface="Calibri"/>
                <a:ea typeface="Calibri"/>
                <a:cs typeface="Calibri"/>
                <a:sym typeface="Calibri"/>
              </a:rPr>
              <a:t>will be used to indicate a run audible</a:t>
            </a:r>
            <a:endParaRPr b="1" sz="1800">
              <a:solidFill>
                <a:schemeClr val="dk2"/>
              </a:solidFill>
              <a:latin typeface="Calibri"/>
              <a:ea typeface="Calibri"/>
              <a:cs typeface="Calibri"/>
              <a:sym typeface="Calibri"/>
            </a:endParaRPr>
          </a:p>
          <a:p>
            <a:pPr indent="-342900" lvl="0" marL="457200" rtl="0" algn="l">
              <a:spcBef>
                <a:spcPts val="0"/>
              </a:spcBef>
              <a:spcAft>
                <a:spcPts val="0"/>
              </a:spcAft>
              <a:buClr>
                <a:schemeClr val="dk2"/>
              </a:buClr>
              <a:buSzPts val="1800"/>
              <a:buFont typeface="Calibri"/>
              <a:buChar char="●"/>
            </a:pPr>
            <a:r>
              <a:rPr b="1" lang="en" sz="1800">
                <a:solidFill>
                  <a:srgbClr val="9900FF"/>
                </a:solidFill>
                <a:latin typeface="Calibri"/>
                <a:ea typeface="Calibri"/>
                <a:cs typeface="Calibri"/>
                <a:sym typeface="Calibri"/>
              </a:rPr>
              <a:t>“Purple”</a:t>
            </a:r>
            <a:r>
              <a:rPr b="1" lang="en" sz="1800">
                <a:solidFill>
                  <a:schemeClr val="dk2"/>
                </a:solidFill>
                <a:latin typeface="Calibri"/>
                <a:ea typeface="Calibri"/>
                <a:cs typeface="Calibri"/>
                <a:sym typeface="Calibri"/>
              </a:rPr>
              <a:t> will be used to indicate a pass audible</a:t>
            </a:r>
            <a:endParaRPr b="1" sz="1800">
              <a:solidFill>
                <a:schemeClr val="dk2"/>
              </a:solidFill>
              <a:latin typeface="Calibri"/>
              <a:ea typeface="Calibri"/>
              <a:cs typeface="Calibri"/>
              <a:sym typeface="Calibri"/>
            </a:endParaRPr>
          </a:p>
          <a:p>
            <a:pPr indent="0" lvl="0" marL="0" rtl="0" algn="l">
              <a:spcBef>
                <a:spcPts val="0"/>
              </a:spcBef>
              <a:spcAft>
                <a:spcPts val="0"/>
              </a:spcAft>
              <a:buNone/>
            </a:pPr>
            <a:r>
              <a:t/>
            </a:r>
            <a:endParaRPr b="1" sz="1800">
              <a:solidFill>
                <a:schemeClr val="dk2"/>
              </a:solidFill>
              <a:latin typeface="Calibri"/>
              <a:ea typeface="Calibri"/>
              <a:cs typeface="Calibri"/>
              <a:sym typeface="Calibri"/>
            </a:endParaRPr>
          </a:p>
          <a:p>
            <a:pPr indent="0" lvl="0" marL="0" rtl="0" algn="l">
              <a:spcBef>
                <a:spcPts val="0"/>
              </a:spcBef>
              <a:spcAft>
                <a:spcPts val="0"/>
              </a:spcAft>
              <a:buNone/>
            </a:pPr>
            <a:r>
              <a:rPr b="1" lang="en" sz="1800">
                <a:solidFill>
                  <a:schemeClr val="dk2"/>
                </a:solidFill>
                <a:latin typeface="Calibri"/>
                <a:ea typeface="Calibri"/>
                <a:cs typeface="Calibri"/>
                <a:sym typeface="Calibri"/>
              </a:rPr>
              <a:t>These colors help the lineman determine their blocking scheme. </a:t>
            </a:r>
            <a:endParaRPr b="1" sz="1800">
              <a:solidFill>
                <a:schemeClr val="dk2"/>
              </a:solidFill>
              <a:latin typeface="Calibri"/>
              <a:ea typeface="Calibri"/>
              <a:cs typeface="Calibri"/>
              <a:sym typeface="Calibri"/>
            </a:endParaRPr>
          </a:p>
          <a:p>
            <a:pPr indent="0" lvl="0" marL="0" rtl="0" algn="l">
              <a:spcBef>
                <a:spcPts val="0"/>
              </a:spcBef>
              <a:spcAft>
                <a:spcPts val="0"/>
              </a:spcAft>
              <a:buNone/>
            </a:pPr>
            <a:r>
              <a:t/>
            </a:r>
            <a:endParaRPr b="1" sz="1800">
              <a:solidFill>
                <a:schemeClr val="dk2"/>
              </a:solidFill>
              <a:latin typeface="Calibri"/>
              <a:ea typeface="Calibri"/>
              <a:cs typeface="Calibri"/>
              <a:sym typeface="Calibri"/>
            </a:endParaRPr>
          </a:p>
          <a:p>
            <a:pPr indent="0" lvl="0" marL="0" rtl="0" algn="l">
              <a:spcBef>
                <a:spcPts val="0"/>
              </a:spcBef>
              <a:spcAft>
                <a:spcPts val="0"/>
              </a:spcAft>
              <a:buNone/>
            </a:pPr>
            <a:r>
              <a:t/>
            </a:r>
            <a:endParaRPr b="1" sz="1800">
              <a:solidFill>
                <a:schemeClr val="dk2"/>
              </a:solidFill>
              <a:latin typeface="Calibri"/>
              <a:ea typeface="Calibri"/>
              <a:cs typeface="Calibri"/>
              <a:sym typeface="Calibri"/>
            </a:endParaRPr>
          </a:p>
          <a:p>
            <a:pPr indent="0" lvl="0" marL="0" rtl="0" algn="l">
              <a:spcBef>
                <a:spcPts val="0"/>
              </a:spcBef>
              <a:spcAft>
                <a:spcPts val="0"/>
              </a:spcAft>
              <a:buNone/>
            </a:pPr>
            <a:r>
              <a:t/>
            </a:r>
            <a:endParaRPr sz="1800">
              <a:solidFill>
                <a:schemeClr val="dk2"/>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6" name="Shape 76"/>
        <p:cNvGrpSpPr/>
        <p:nvPr/>
      </p:nvGrpSpPr>
      <p:grpSpPr>
        <a:xfrm>
          <a:off x="0" y="0"/>
          <a:ext cx="0" cy="0"/>
          <a:chOff x="0" y="0"/>
          <a:chExt cx="0" cy="0"/>
        </a:xfrm>
      </p:grpSpPr>
      <p:sp>
        <p:nvSpPr>
          <p:cNvPr id="77" name="Google Shape;77;p16"/>
          <p:cNvSpPr/>
          <p:nvPr/>
        </p:nvSpPr>
        <p:spPr>
          <a:xfrm>
            <a:off x="2058455" y="1872099"/>
            <a:ext cx="245400" cy="258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6"/>
          <p:cNvSpPr/>
          <p:nvPr/>
        </p:nvSpPr>
        <p:spPr>
          <a:xfrm>
            <a:off x="2389941" y="1872099"/>
            <a:ext cx="294900" cy="258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6"/>
          <p:cNvSpPr/>
          <p:nvPr/>
        </p:nvSpPr>
        <p:spPr>
          <a:xfrm>
            <a:off x="2770789" y="1872099"/>
            <a:ext cx="294900" cy="258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6"/>
          <p:cNvSpPr/>
          <p:nvPr/>
        </p:nvSpPr>
        <p:spPr>
          <a:xfrm>
            <a:off x="1296761" y="1872099"/>
            <a:ext cx="294900" cy="258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6"/>
          <p:cNvSpPr/>
          <p:nvPr/>
        </p:nvSpPr>
        <p:spPr>
          <a:xfrm>
            <a:off x="1677608" y="1872099"/>
            <a:ext cx="294900" cy="258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6"/>
          <p:cNvSpPr/>
          <p:nvPr/>
        </p:nvSpPr>
        <p:spPr>
          <a:xfrm>
            <a:off x="6364730" y="1572699"/>
            <a:ext cx="245400" cy="258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6"/>
          <p:cNvSpPr/>
          <p:nvPr/>
        </p:nvSpPr>
        <p:spPr>
          <a:xfrm>
            <a:off x="6696216" y="1572699"/>
            <a:ext cx="294900" cy="258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6"/>
          <p:cNvSpPr/>
          <p:nvPr/>
        </p:nvSpPr>
        <p:spPr>
          <a:xfrm>
            <a:off x="7077064" y="1572699"/>
            <a:ext cx="294900" cy="258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6"/>
          <p:cNvSpPr/>
          <p:nvPr/>
        </p:nvSpPr>
        <p:spPr>
          <a:xfrm>
            <a:off x="5603036" y="1572699"/>
            <a:ext cx="294900" cy="258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6"/>
          <p:cNvSpPr/>
          <p:nvPr/>
        </p:nvSpPr>
        <p:spPr>
          <a:xfrm>
            <a:off x="5983883" y="1572699"/>
            <a:ext cx="294900" cy="258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6"/>
          <p:cNvSpPr txBox="1"/>
          <p:nvPr/>
        </p:nvSpPr>
        <p:spPr>
          <a:xfrm>
            <a:off x="1343400" y="2224050"/>
            <a:ext cx="2388000" cy="3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      </a:t>
            </a:r>
            <a:r>
              <a:rPr lang="en" sz="1800">
                <a:solidFill>
                  <a:schemeClr val="dk2"/>
                </a:solidFill>
              </a:rPr>
              <a:t>ZONE</a:t>
            </a:r>
            <a:endParaRPr sz="1800">
              <a:solidFill>
                <a:schemeClr val="dk2"/>
              </a:solidFill>
            </a:endParaRPr>
          </a:p>
        </p:txBody>
      </p:sp>
      <p:sp>
        <p:nvSpPr>
          <p:cNvPr id="88" name="Google Shape;88;p16"/>
          <p:cNvSpPr txBox="1"/>
          <p:nvPr/>
        </p:nvSpPr>
        <p:spPr>
          <a:xfrm>
            <a:off x="987150" y="2547250"/>
            <a:ext cx="2388000" cy="63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2"/>
                </a:solidFill>
              </a:rPr>
              <a:t>Step 45 degrees playside.</a:t>
            </a:r>
            <a:endParaRPr sz="1000">
              <a:solidFill>
                <a:schemeClr val="dk2"/>
              </a:solidFill>
            </a:endParaRPr>
          </a:p>
          <a:p>
            <a:pPr indent="0" lvl="0" marL="0" rtl="0" algn="ctr">
              <a:spcBef>
                <a:spcPts val="0"/>
              </a:spcBef>
              <a:spcAft>
                <a:spcPts val="0"/>
              </a:spcAft>
              <a:buNone/>
            </a:pPr>
            <a:r>
              <a:rPr lang="en" sz="1000">
                <a:solidFill>
                  <a:schemeClr val="dk2"/>
                </a:solidFill>
              </a:rPr>
              <a:t>Head across first interior defender.</a:t>
            </a:r>
            <a:endParaRPr sz="1000">
              <a:solidFill>
                <a:schemeClr val="dk2"/>
              </a:solidFill>
            </a:endParaRPr>
          </a:p>
          <a:p>
            <a:pPr indent="0" lvl="0" marL="0" rtl="0" algn="ctr">
              <a:spcBef>
                <a:spcPts val="0"/>
              </a:spcBef>
              <a:spcAft>
                <a:spcPts val="0"/>
              </a:spcAft>
              <a:buNone/>
            </a:pPr>
            <a:r>
              <a:rPr lang="en" sz="1000">
                <a:solidFill>
                  <a:schemeClr val="dk2"/>
                </a:solidFill>
              </a:rPr>
              <a:t>Work up on 45 degree angle.</a:t>
            </a:r>
            <a:endParaRPr sz="1000">
              <a:solidFill>
                <a:schemeClr val="dk2"/>
              </a:solidFill>
            </a:endParaRPr>
          </a:p>
          <a:p>
            <a:pPr indent="0" lvl="0" marL="0" rtl="0" algn="ctr">
              <a:spcBef>
                <a:spcPts val="0"/>
              </a:spcBef>
              <a:spcAft>
                <a:spcPts val="0"/>
              </a:spcAft>
              <a:buNone/>
            </a:pPr>
            <a:r>
              <a:rPr b="1" lang="en" sz="1000">
                <a:solidFill>
                  <a:schemeClr val="dk2"/>
                </a:solidFill>
              </a:rPr>
              <a:t>GOAL: PUSH DEFENDER BACK</a:t>
            </a:r>
            <a:endParaRPr b="1" sz="1000">
              <a:solidFill>
                <a:schemeClr val="dk2"/>
              </a:solidFill>
            </a:endParaRPr>
          </a:p>
          <a:p>
            <a:pPr indent="0" lvl="0" marL="0" rtl="0" algn="ctr">
              <a:spcBef>
                <a:spcPts val="0"/>
              </a:spcBef>
              <a:spcAft>
                <a:spcPts val="0"/>
              </a:spcAft>
              <a:buNone/>
            </a:pPr>
            <a:r>
              <a:t/>
            </a:r>
            <a:endParaRPr sz="1000">
              <a:solidFill>
                <a:schemeClr val="dk2"/>
              </a:solidFill>
            </a:endParaRPr>
          </a:p>
        </p:txBody>
      </p:sp>
      <p:sp>
        <p:nvSpPr>
          <p:cNvPr id="89" name="Google Shape;89;p16"/>
          <p:cNvSpPr txBox="1"/>
          <p:nvPr/>
        </p:nvSpPr>
        <p:spPr>
          <a:xfrm>
            <a:off x="5900925" y="1981125"/>
            <a:ext cx="1173000" cy="34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PASS</a:t>
            </a:r>
            <a:endParaRPr sz="1800">
              <a:solidFill>
                <a:schemeClr val="dk2"/>
              </a:solidFill>
            </a:endParaRPr>
          </a:p>
        </p:txBody>
      </p:sp>
      <p:sp>
        <p:nvSpPr>
          <p:cNvPr id="90" name="Google Shape;90;p16"/>
          <p:cNvSpPr txBox="1"/>
          <p:nvPr/>
        </p:nvSpPr>
        <p:spPr>
          <a:xfrm>
            <a:off x="5376025" y="2313025"/>
            <a:ext cx="2309700" cy="25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2"/>
                </a:solidFill>
              </a:rPr>
              <a:t>Shield.</a:t>
            </a:r>
            <a:endParaRPr sz="1000">
              <a:solidFill>
                <a:schemeClr val="dk2"/>
              </a:solidFill>
            </a:endParaRPr>
          </a:p>
          <a:p>
            <a:pPr indent="0" lvl="0" marL="0" rtl="0" algn="ctr">
              <a:spcBef>
                <a:spcPts val="0"/>
              </a:spcBef>
              <a:spcAft>
                <a:spcPts val="0"/>
              </a:spcAft>
              <a:buNone/>
            </a:pPr>
            <a:r>
              <a:rPr lang="en" sz="1000">
                <a:solidFill>
                  <a:schemeClr val="dk2"/>
                </a:solidFill>
              </a:rPr>
              <a:t>Shoulder to shoulder.</a:t>
            </a:r>
            <a:endParaRPr sz="1000">
              <a:solidFill>
                <a:schemeClr val="dk2"/>
              </a:solidFill>
            </a:endParaRPr>
          </a:p>
          <a:p>
            <a:pPr indent="0" lvl="0" marL="0" rtl="0" algn="ctr">
              <a:spcBef>
                <a:spcPts val="0"/>
              </a:spcBef>
              <a:spcAft>
                <a:spcPts val="0"/>
              </a:spcAft>
              <a:buNone/>
            </a:pPr>
            <a:r>
              <a:rPr lang="en" sz="1000">
                <a:solidFill>
                  <a:schemeClr val="dk2"/>
                </a:solidFill>
              </a:rPr>
              <a:t>Nobody gets through  the middle.</a:t>
            </a:r>
            <a:endParaRPr sz="1000">
              <a:solidFill>
                <a:schemeClr val="dk2"/>
              </a:solidFill>
            </a:endParaRPr>
          </a:p>
          <a:p>
            <a:pPr indent="0" lvl="0" marL="0" rtl="0" algn="ctr">
              <a:spcBef>
                <a:spcPts val="0"/>
              </a:spcBef>
              <a:spcAft>
                <a:spcPts val="0"/>
              </a:spcAft>
              <a:buClr>
                <a:schemeClr val="dk1"/>
              </a:buClr>
              <a:buSzPts val="1100"/>
              <a:buFont typeface="Arial"/>
              <a:buNone/>
            </a:pPr>
            <a:r>
              <a:rPr b="1" lang="en" sz="1000">
                <a:solidFill>
                  <a:schemeClr val="dk2"/>
                </a:solidFill>
              </a:rPr>
              <a:t>GOAL: ATHLETIC STANCE, WAIT FOR DEFENDER, DON’T CREATE A HOLE</a:t>
            </a:r>
            <a:endParaRPr sz="1000">
              <a:solidFill>
                <a:schemeClr val="dk2"/>
              </a:solidFill>
            </a:endParaRPr>
          </a:p>
        </p:txBody>
      </p:sp>
      <p:cxnSp>
        <p:nvCxnSpPr>
          <p:cNvPr id="91" name="Google Shape;91;p16"/>
          <p:cNvCxnSpPr/>
          <p:nvPr/>
        </p:nvCxnSpPr>
        <p:spPr>
          <a:xfrm>
            <a:off x="6487425" y="1837500"/>
            <a:ext cx="0" cy="154200"/>
          </a:xfrm>
          <a:prstGeom prst="straightConnector1">
            <a:avLst/>
          </a:prstGeom>
          <a:noFill/>
          <a:ln cap="flat" cmpd="sng" w="9525">
            <a:solidFill>
              <a:schemeClr val="dk2"/>
            </a:solidFill>
            <a:prstDash val="solid"/>
            <a:round/>
            <a:headEnd len="med" w="med" type="none"/>
            <a:tailEnd len="med" w="med" type="none"/>
          </a:ln>
        </p:spPr>
      </p:cxnSp>
      <p:cxnSp>
        <p:nvCxnSpPr>
          <p:cNvPr id="92" name="Google Shape;92;p16"/>
          <p:cNvCxnSpPr/>
          <p:nvPr/>
        </p:nvCxnSpPr>
        <p:spPr>
          <a:xfrm flipH="1">
            <a:off x="6795225" y="1839450"/>
            <a:ext cx="63000" cy="193500"/>
          </a:xfrm>
          <a:prstGeom prst="straightConnector1">
            <a:avLst/>
          </a:prstGeom>
          <a:noFill/>
          <a:ln cap="flat" cmpd="sng" w="9525">
            <a:solidFill>
              <a:schemeClr val="dk2"/>
            </a:solidFill>
            <a:prstDash val="solid"/>
            <a:round/>
            <a:headEnd len="med" w="med" type="none"/>
            <a:tailEnd len="med" w="med" type="none"/>
          </a:ln>
        </p:spPr>
      </p:cxnSp>
      <p:cxnSp>
        <p:nvCxnSpPr>
          <p:cNvPr id="93" name="Google Shape;93;p16"/>
          <p:cNvCxnSpPr/>
          <p:nvPr/>
        </p:nvCxnSpPr>
        <p:spPr>
          <a:xfrm flipH="1">
            <a:off x="7069650" y="1822800"/>
            <a:ext cx="180900" cy="226800"/>
          </a:xfrm>
          <a:prstGeom prst="straightConnector1">
            <a:avLst/>
          </a:prstGeom>
          <a:noFill/>
          <a:ln cap="flat" cmpd="sng" w="9525">
            <a:solidFill>
              <a:schemeClr val="dk2"/>
            </a:solidFill>
            <a:prstDash val="solid"/>
            <a:round/>
            <a:headEnd len="med" w="med" type="none"/>
            <a:tailEnd len="med" w="med" type="none"/>
          </a:ln>
        </p:spPr>
      </p:cxnSp>
      <p:cxnSp>
        <p:nvCxnSpPr>
          <p:cNvPr id="94" name="Google Shape;94;p16"/>
          <p:cNvCxnSpPr/>
          <p:nvPr/>
        </p:nvCxnSpPr>
        <p:spPr>
          <a:xfrm>
            <a:off x="6110175" y="1839450"/>
            <a:ext cx="165000" cy="150300"/>
          </a:xfrm>
          <a:prstGeom prst="straightConnector1">
            <a:avLst/>
          </a:prstGeom>
          <a:noFill/>
          <a:ln cap="flat" cmpd="sng" w="9525">
            <a:solidFill>
              <a:schemeClr val="dk2"/>
            </a:solidFill>
            <a:prstDash val="solid"/>
            <a:round/>
            <a:headEnd len="med" w="med" type="none"/>
            <a:tailEnd len="med" w="med" type="none"/>
          </a:ln>
        </p:spPr>
      </p:cxnSp>
      <p:cxnSp>
        <p:nvCxnSpPr>
          <p:cNvPr id="95" name="Google Shape;95;p16"/>
          <p:cNvCxnSpPr/>
          <p:nvPr/>
        </p:nvCxnSpPr>
        <p:spPr>
          <a:xfrm>
            <a:off x="5777637" y="1832850"/>
            <a:ext cx="120300" cy="206700"/>
          </a:xfrm>
          <a:prstGeom prst="straightConnector1">
            <a:avLst/>
          </a:prstGeom>
          <a:noFill/>
          <a:ln cap="flat" cmpd="sng" w="9525">
            <a:solidFill>
              <a:schemeClr val="dk2"/>
            </a:solidFill>
            <a:prstDash val="solid"/>
            <a:round/>
            <a:headEnd len="med" w="med" type="none"/>
            <a:tailEnd len="med" w="med" type="none"/>
          </a:ln>
        </p:spPr>
      </p:cxnSp>
      <p:cxnSp>
        <p:nvCxnSpPr>
          <p:cNvPr id="96" name="Google Shape;96;p16"/>
          <p:cNvCxnSpPr>
            <a:stCxn id="80" idx="0"/>
          </p:cNvCxnSpPr>
          <p:nvPr/>
        </p:nvCxnSpPr>
        <p:spPr>
          <a:xfrm rot="10800000">
            <a:off x="1164311" y="1572699"/>
            <a:ext cx="279900" cy="299400"/>
          </a:xfrm>
          <a:prstGeom prst="straightConnector1">
            <a:avLst/>
          </a:prstGeom>
          <a:noFill/>
          <a:ln cap="flat" cmpd="sng" w="9525">
            <a:solidFill>
              <a:schemeClr val="dk2"/>
            </a:solidFill>
            <a:prstDash val="solid"/>
            <a:round/>
            <a:headEnd len="med" w="med" type="none"/>
            <a:tailEnd len="med" w="med" type="triangle"/>
          </a:ln>
        </p:spPr>
      </p:cxnSp>
      <p:cxnSp>
        <p:nvCxnSpPr>
          <p:cNvPr id="97" name="Google Shape;97;p16"/>
          <p:cNvCxnSpPr/>
          <p:nvPr/>
        </p:nvCxnSpPr>
        <p:spPr>
          <a:xfrm rot="10800000">
            <a:off x="1553911" y="1572699"/>
            <a:ext cx="279900" cy="299400"/>
          </a:xfrm>
          <a:prstGeom prst="straightConnector1">
            <a:avLst/>
          </a:prstGeom>
          <a:noFill/>
          <a:ln cap="flat" cmpd="sng" w="9525">
            <a:solidFill>
              <a:schemeClr val="dk2"/>
            </a:solidFill>
            <a:prstDash val="solid"/>
            <a:round/>
            <a:headEnd len="med" w="med" type="none"/>
            <a:tailEnd len="med" w="med" type="triangle"/>
          </a:ln>
        </p:spPr>
      </p:cxnSp>
      <p:cxnSp>
        <p:nvCxnSpPr>
          <p:cNvPr id="98" name="Google Shape;98;p16"/>
          <p:cNvCxnSpPr/>
          <p:nvPr/>
        </p:nvCxnSpPr>
        <p:spPr>
          <a:xfrm rot="10800000">
            <a:off x="1888761" y="1572699"/>
            <a:ext cx="279900" cy="299400"/>
          </a:xfrm>
          <a:prstGeom prst="straightConnector1">
            <a:avLst/>
          </a:prstGeom>
          <a:noFill/>
          <a:ln cap="flat" cmpd="sng" w="9525">
            <a:solidFill>
              <a:schemeClr val="dk2"/>
            </a:solidFill>
            <a:prstDash val="solid"/>
            <a:round/>
            <a:headEnd len="med" w="med" type="none"/>
            <a:tailEnd len="med" w="med" type="triangle"/>
          </a:ln>
        </p:spPr>
      </p:cxnSp>
      <p:cxnSp>
        <p:nvCxnSpPr>
          <p:cNvPr id="99" name="Google Shape;99;p16"/>
          <p:cNvCxnSpPr/>
          <p:nvPr/>
        </p:nvCxnSpPr>
        <p:spPr>
          <a:xfrm rot="10800000">
            <a:off x="2231711" y="1572699"/>
            <a:ext cx="279900" cy="299400"/>
          </a:xfrm>
          <a:prstGeom prst="straightConnector1">
            <a:avLst/>
          </a:prstGeom>
          <a:noFill/>
          <a:ln cap="flat" cmpd="sng" w="9525">
            <a:solidFill>
              <a:schemeClr val="dk2"/>
            </a:solidFill>
            <a:prstDash val="solid"/>
            <a:round/>
            <a:headEnd len="med" w="med" type="none"/>
            <a:tailEnd len="med" w="med" type="triangle"/>
          </a:ln>
        </p:spPr>
      </p:cxnSp>
      <p:cxnSp>
        <p:nvCxnSpPr>
          <p:cNvPr id="100" name="Google Shape;100;p16"/>
          <p:cNvCxnSpPr/>
          <p:nvPr/>
        </p:nvCxnSpPr>
        <p:spPr>
          <a:xfrm rot="10800000">
            <a:off x="2613211" y="1572699"/>
            <a:ext cx="279900" cy="299400"/>
          </a:xfrm>
          <a:prstGeom prst="straightConnector1">
            <a:avLst/>
          </a:prstGeom>
          <a:noFill/>
          <a:ln cap="flat" cmpd="sng" w="9525">
            <a:solidFill>
              <a:schemeClr val="dk2"/>
            </a:solidFill>
            <a:prstDash val="solid"/>
            <a:round/>
            <a:headEnd len="med" w="med" type="none"/>
            <a:tailEnd len="med" w="med" type="triangle"/>
          </a:ln>
        </p:spPr>
      </p:cxnSp>
      <p:sp>
        <p:nvSpPr>
          <p:cNvPr id="101" name="Google Shape;101;p16"/>
          <p:cNvSpPr txBox="1"/>
          <p:nvPr>
            <p:ph type="title"/>
          </p:nvPr>
        </p:nvSpPr>
        <p:spPr>
          <a:xfrm>
            <a:off x="67025" y="78000"/>
            <a:ext cx="79002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4120">
                <a:solidFill>
                  <a:srgbClr val="D9D9D9"/>
                </a:solidFill>
                <a:latin typeface="Oswald"/>
                <a:ea typeface="Oswald"/>
                <a:cs typeface="Oswald"/>
                <a:sym typeface="Oswald"/>
              </a:rPr>
              <a:t>OFFENSIVE LINE BLOCKING SCHEMES</a:t>
            </a:r>
            <a:endParaRPr sz="4120">
              <a:solidFill>
                <a:srgbClr val="D9D9D9"/>
              </a:solidFill>
              <a:latin typeface="Oswald"/>
              <a:ea typeface="Oswald"/>
              <a:cs typeface="Oswald"/>
              <a:sym typeface="Oswald"/>
            </a:endParaRPr>
          </a:p>
        </p:txBody>
      </p:sp>
      <p:cxnSp>
        <p:nvCxnSpPr>
          <p:cNvPr id="102" name="Google Shape;102;p16"/>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103" name="Google Shape;103;p16"/>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sp>
        <p:nvSpPr>
          <p:cNvPr id="104" name="Google Shape;104;p16"/>
          <p:cNvSpPr/>
          <p:nvPr/>
        </p:nvSpPr>
        <p:spPr>
          <a:xfrm>
            <a:off x="4269305" y="3769199"/>
            <a:ext cx="245400" cy="258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6"/>
          <p:cNvSpPr/>
          <p:nvPr/>
        </p:nvSpPr>
        <p:spPr>
          <a:xfrm>
            <a:off x="4600791" y="3769199"/>
            <a:ext cx="294900" cy="258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6"/>
          <p:cNvSpPr/>
          <p:nvPr/>
        </p:nvSpPr>
        <p:spPr>
          <a:xfrm>
            <a:off x="4981639" y="3769199"/>
            <a:ext cx="294900" cy="258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6"/>
          <p:cNvSpPr/>
          <p:nvPr/>
        </p:nvSpPr>
        <p:spPr>
          <a:xfrm>
            <a:off x="3507611" y="3769199"/>
            <a:ext cx="294900" cy="258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6"/>
          <p:cNvSpPr/>
          <p:nvPr/>
        </p:nvSpPr>
        <p:spPr>
          <a:xfrm>
            <a:off x="3888458" y="3769199"/>
            <a:ext cx="294900" cy="258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6"/>
          <p:cNvSpPr txBox="1"/>
          <p:nvPr/>
        </p:nvSpPr>
        <p:spPr>
          <a:xfrm>
            <a:off x="3722350" y="4145100"/>
            <a:ext cx="2388000" cy="3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      Trap</a:t>
            </a:r>
            <a:endParaRPr sz="1800">
              <a:solidFill>
                <a:schemeClr val="dk2"/>
              </a:solidFill>
            </a:endParaRPr>
          </a:p>
        </p:txBody>
      </p:sp>
      <p:cxnSp>
        <p:nvCxnSpPr>
          <p:cNvPr id="110" name="Google Shape;110;p16"/>
          <p:cNvCxnSpPr>
            <a:stCxn id="107" idx="0"/>
          </p:cNvCxnSpPr>
          <p:nvPr/>
        </p:nvCxnSpPr>
        <p:spPr>
          <a:xfrm rot="10800000">
            <a:off x="3375161" y="3469799"/>
            <a:ext cx="279900" cy="299400"/>
          </a:xfrm>
          <a:prstGeom prst="straightConnector1">
            <a:avLst/>
          </a:prstGeom>
          <a:noFill/>
          <a:ln cap="flat" cmpd="sng" w="9525">
            <a:solidFill>
              <a:schemeClr val="dk2"/>
            </a:solidFill>
            <a:prstDash val="solid"/>
            <a:round/>
            <a:headEnd len="med" w="med" type="none"/>
            <a:tailEnd len="med" w="med" type="triangle"/>
          </a:ln>
        </p:spPr>
      </p:cxnSp>
      <p:cxnSp>
        <p:nvCxnSpPr>
          <p:cNvPr id="111" name="Google Shape;111;p16"/>
          <p:cNvCxnSpPr/>
          <p:nvPr/>
        </p:nvCxnSpPr>
        <p:spPr>
          <a:xfrm rot="10800000">
            <a:off x="3972061" y="3516599"/>
            <a:ext cx="72600" cy="252600"/>
          </a:xfrm>
          <a:prstGeom prst="straightConnector1">
            <a:avLst/>
          </a:prstGeom>
          <a:noFill/>
          <a:ln cap="flat" cmpd="sng" w="9525">
            <a:solidFill>
              <a:schemeClr val="dk2"/>
            </a:solidFill>
            <a:prstDash val="solid"/>
            <a:round/>
            <a:headEnd len="med" w="med" type="none"/>
            <a:tailEnd len="med" w="med" type="triangle"/>
          </a:ln>
        </p:spPr>
      </p:cxnSp>
      <p:cxnSp>
        <p:nvCxnSpPr>
          <p:cNvPr id="112" name="Google Shape;112;p16"/>
          <p:cNvCxnSpPr/>
          <p:nvPr/>
        </p:nvCxnSpPr>
        <p:spPr>
          <a:xfrm flipH="1" rot="10800000">
            <a:off x="4379511" y="3494099"/>
            <a:ext cx="279900" cy="275100"/>
          </a:xfrm>
          <a:prstGeom prst="straightConnector1">
            <a:avLst/>
          </a:prstGeom>
          <a:noFill/>
          <a:ln cap="flat" cmpd="sng" w="9525">
            <a:solidFill>
              <a:schemeClr val="dk2"/>
            </a:solidFill>
            <a:prstDash val="solid"/>
            <a:round/>
            <a:headEnd len="med" w="med" type="none"/>
            <a:tailEnd len="med" w="med" type="triangle"/>
          </a:ln>
        </p:spPr>
      </p:cxnSp>
      <p:cxnSp>
        <p:nvCxnSpPr>
          <p:cNvPr id="113" name="Google Shape;113;p16"/>
          <p:cNvCxnSpPr/>
          <p:nvPr/>
        </p:nvCxnSpPr>
        <p:spPr>
          <a:xfrm rot="10800000">
            <a:off x="4824061" y="3469799"/>
            <a:ext cx="279900" cy="299400"/>
          </a:xfrm>
          <a:prstGeom prst="straightConnector1">
            <a:avLst/>
          </a:prstGeom>
          <a:noFill/>
          <a:ln cap="flat" cmpd="sng" w="9525">
            <a:solidFill>
              <a:schemeClr val="dk2"/>
            </a:solidFill>
            <a:prstDash val="solid"/>
            <a:round/>
            <a:headEnd len="med" w="med" type="none"/>
            <a:tailEnd len="med" w="med" type="triangle"/>
          </a:ln>
        </p:spPr>
      </p:cxnSp>
      <p:sp>
        <p:nvSpPr>
          <p:cNvPr id="114" name="Google Shape;114;p16"/>
          <p:cNvSpPr/>
          <p:nvPr/>
        </p:nvSpPr>
        <p:spPr>
          <a:xfrm>
            <a:off x="4236425" y="3501525"/>
            <a:ext cx="528700" cy="646050"/>
          </a:xfrm>
          <a:custGeom>
            <a:rect b="b" l="l" r="r" t="t"/>
            <a:pathLst>
              <a:path extrusionOk="0" h="25842" w="21148">
                <a:moveTo>
                  <a:pt x="21148" y="21148"/>
                </a:moveTo>
                <a:cubicBezTo>
                  <a:pt x="18983" y="21752"/>
                  <a:pt x="11682" y="28298"/>
                  <a:pt x="8157" y="24773"/>
                </a:cubicBezTo>
                <a:cubicBezTo>
                  <a:pt x="4632" y="21248"/>
                  <a:pt x="1360" y="4129"/>
                  <a:pt x="0" y="0"/>
                </a:cubicBezTo>
              </a:path>
            </a:pathLst>
          </a:custGeom>
          <a:noFill/>
          <a:ln cap="flat" cmpd="sng" w="9525">
            <a:solidFill>
              <a:schemeClr val="dk2"/>
            </a:solidFill>
            <a:prstDash val="solid"/>
            <a:round/>
            <a:headEnd len="med" w="med" type="none"/>
            <a:tailEnd len="med" w="med" type="stealth"/>
          </a:ln>
        </p:spPr>
      </p:sp>
      <p:sp>
        <p:nvSpPr>
          <p:cNvPr id="115" name="Google Shape;115;p16"/>
          <p:cNvSpPr txBox="1"/>
          <p:nvPr/>
        </p:nvSpPr>
        <p:spPr>
          <a:xfrm>
            <a:off x="3163725" y="4429250"/>
            <a:ext cx="2681400" cy="63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2"/>
                </a:solidFill>
              </a:rPr>
              <a:t>Center blocks defensive tackle, guard pulls around center to lead block.</a:t>
            </a:r>
            <a:endParaRPr sz="1000">
              <a:solidFill>
                <a:schemeClr val="dk2"/>
              </a:solidFill>
            </a:endParaRPr>
          </a:p>
          <a:p>
            <a:pPr indent="0" lvl="0" marL="0" rtl="0" algn="ctr">
              <a:spcBef>
                <a:spcPts val="0"/>
              </a:spcBef>
              <a:spcAft>
                <a:spcPts val="0"/>
              </a:spcAft>
              <a:buNone/>
            </a:pPr>
            <a:r>
              <a:rPr b="1" lang="en" sz="1000">
                <a:solidFill>
                  <a:schemeClr val="dk2"/>
                </a:solidFill>
              </a:rPr>
              <a:t>GOAL: Confuse DT with side blocks</a:t>
            </a:r>
            <a:endParaRPr b="1" sz="1000">
              <a:solidFill>
                <a:schemeClr val="dk2"/>
              </a:solidFill>
            </a:endParaRPr>
          </a:p>
          <a:p>
            <a:pPr indent="0" lvl="0" marL="0" rtl="0" algn="ctr">
              <a:spcBef>
                <a:spcPts val="0"/>
              </a:spcBef>
              <a:spcAft>
                <a:spcPts val="0"/>
              </a:spcAft>
              <a:buNone/>
            </a:pPr>
            <a:r>
              <a:t/>
            </a:r>
            <a:endParaRPr sz="10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9" name="Shape 119"/>
        <p:cNvGrpSpPr/>
        <p:nvPr/>
      </p:nvGrpSpPr>
      <p:grpSpPr>
        <a:xfrm>
          <a:off x="0" y="0"/>
          <a:ext cx="0" cy="0"/>
          <a:chOff x="0" y="0"/>
          <a:chExt cx="0" cy="0"/>
        </a:xfrm>
      </p:grpSpPr>
      <p:sp>
        <p:nvSpPr>
          <p:cNvPr id="120" name="Google Shape;120;p17"/>
          <p:cNvSpPr txBox="1"/>
          <p:nvPr>
            <p:ph type="title"/>
          </p:nvPr>
        </p:nvSpPr>
        <p:spPr>
          <a:xfrm>
            <a:off x="107350" y="24975"/>
            <a:ext cx="4929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4120">
                <a:solidFill>
                  <a:srgbClr val="CCCCCC"/>
                </a:solidFill>
                <a:latin typeface="Oswald"/>
                <a:ea typeface="Oswald"/>
                <a:cs typeface="Oswald"/>
                <a:sym typeface="Oswald"/>
              </a:rPr>
              <a:t>TRIPS FORMATION</a:t>
            </a:r>
            <a:endParaRPr sz="4120">
              <a:solidFill>
                <a:srgbClr val="CCCCCC"/>
              </a:solidFill>
              <a:latin typeface="Oswald"/>
              <a:ea typeface="Oswald"/>
              <a:cs typeface="Oswald"/>
              <a:sym typeface="Oswald"/>
            </a:endParaRPr>
          </a:p>
        </p:txBody>
      </p:sp>
      <p:sp>
        <p:nvSpPr>
          <p:cNvPr id="121" name="Google Shape;121;p17"/>
          <p:cNvSpPr/>
          <p:nvPr/>
        </p:nvSpPr>
        <p:spPr>
          <a:xfrm>
            <a:off x="4228571" y="1479746"/>
            <a:ext cx="421500" cy="416700"/>
          </a:xfrm>
          <a:prstGeom prst="rect">
            <a:avLst/>
          </a:prstGeom>
          <a:solidFill>
            <a:schemeClr val="accent1"/>
          </a:solidFill>
          <a:ln cap="flat" cmpd="sng" w="15050">
            <a:solidFill>
              <a:schemeClr val="dk2"/>
            </a:solidFill>
            <a:prstDash val="solid"/>
            <a:round/>
            <a:headEnd len="sm" w="sm" type="none"/>
            <a:tailEnd len="sm" w="sm" type="none"/>
          </a:ln>
        </p:spPr>
        <p:txBody>
          <a:bodyPr anchorCtr="0" anchor="ctr" bIns="144350" lIns="144350" spcFirstLastPara="1" rIns="144350" wrap="square" tIns="144350">
            <a:noAutofit/>
          </a:bodyPr>
          <a:lstStyle/>
          <a:p>
            <a:pPr indent="0" lvl="0" marL="0" rtl="0" algn="l">
              <a:spcBef>
                <a:spcPts val="0"/>
              </a:spcBef>
              <a:spcAft>
                <a:spcPts val="0"/>
              </a:spcAft>
              <a:buNone/>
            </a:pPr>
            <a:r>
              <a:t/>
            </a:r>
            <a:endParaRPr/>
          </a:p>
        </p:txBody>
      </p:sp>
      <p:sp>
        <p:nvSpPr>
          <p:cNvPr id="122" name="Google Shape;122;p17"/>
          <p:cNvSpPr/>
          <p:nvPr/>
        </p:nvSpPr>
        <p:spPr>
          <a:xfrm>
            <a:off x="4797590" y="1479746"/>
            <a:ext cx="505800" cy="416700"/>
          </a:xfrm>
          <a:prstGeom prst="ellipse">
            <a:avLst/>
          </a:prstGeom>
          <a:noFill/>
          <a:ln cap="flat" cmpd="sng" w="15050">
            <a:solidFill>
              <a:schemeClr val="dk2"/>
            </a:solidFill>
            <a:prstDash val="solid"/>
            <a:round/>
            <a:headEnd len="sm" w="sm" type="none"/>
            <a:tailEnd len="sm" w="sm" type="none"/>
          </a:ln>
        </p:spPr>
        <p:txBody>
          <a:bodyPr anchorCtr="0" anchor="ctr" bIns="144350" lIns="144350" spcFirstLastPara="1" rIns="144350" wrap="square" tIns="144350">
            <a:noAutofit/>
          </a:bodyPr>
          <a:lstStyle/>
          <a:p>
            <a:pPr indent="0" lvl="0" marL="0" rtl="0" algn="l">
              <a:spcBef>
                <a:spcPts val="0"/>
              </a:spcBef>
              <a:spcAft>
                <a:spcPts val="0"/>
              </a:spcAft>
              <a:buNone/>
            </a:pPr>
            <a:r>
              <a:t/>
            </a:r>
            <a:endParaRPr/>
          </a:p>
        </p:txBody>
      </p:sp>
      <p:sp>
        <p:nvSpPr>
          <p:cNvPr id="123" name="Google Shape;123;p17"/>
          <p:cNvSpPr/>
          <p:nvPr/>
        </p:nvSpPr>
        <p:spPr>
          <a:xfrm>
            <a:off x="5451341" y="1479746"/>
            <a:ext cx="505800" cy="416700"/>
          </a:xfrm>
          <a:prstGeom prst="ellipse">
            <a:avLst/>
          </a:prstGeom>
          <a:noFill/>
          <a:ln cap="flat" cmpd="sng" w="15050">
            <a:solidFill>
              <a:schemeClr val="dk2"/>
            </a:solidFill>
            <a:prstDash val="solid"/>
            <a:round/>
            <a:headEnd len="sm" w="sm" type="none"/>
            <a:tailEnd len="sm" w="sm" type="none"/>
          </a:ln>
        </p:spPr>
        <p:txBody>
          <a:bodyPr anchorCtr="0" anchor="ctr" bIns="144350" lIns="144350" spcFirstLastPara="1" rIns="144350" wrap="square" tIns="144350">
            <a:noAutofit/>
          </a:bodyPr>
          <a:lstStyle/>
          <a:p>
            <a:pPr indent="0" lvl="0" marL="0" rtl="0" algn="l">
              <a:spcBef>
                <a:spcPts val="0"/>
              </a:spcBef>
              <a:spcAft>
                <a:spcPts val="0"/>
              </a:spcAft>
              <a:buNone/>
            </a:pPr>
            <a:r>
              <a:t/>
            </a:r>
            <a:endParaRPr/>
          </a:p>
        </p:txBody>
      </p:sp>
      <p:sp>
        <p:nvSpPr>
          <p:cNvPr id="124" name="Google Shape;124;p17"/>
          <p:cNvSpPr/>
          <p:nvPr/>
        </p:nvSpPr>
        <p:spPr>
          <a:xfrm>
            <a:off x="2921069" y="1479746"/>
            <a:ext cx="505800" cy="416700"/>
          </a:xfrm>
          <a:prstGeom prst="ellipse">
            <a:avLst/>
          </a:prstGeom>
          <a:noFill/>
          <a:ln cap="flat" cmpd="sng" w="15050">
            <a:solidFill>
              <a:schemeClr val="dk2"/>
            </a:solidFill>
            <a:prstDash val="solid"/>
            <a:round/>
            <a:headEnd len="sm" w="sm" type="none"/>
            <a:tailEnd len="sm" w="sm" type="none"/>
          </a:ln>
        </p:spPr>
        <p:txBody>
          <a:bodyPr anchorCtr="0" anchor="ctr" bIns="144350" lIns="144350" spcFirstLastPara="1" rIns="144350" wrap="square" tIns="144350">
            <a:noAutofit/>
          </a:bodyPr>
          <a:lstStyle/>
          <a:p>
            <a:pPr indent="0" lvl="0" marL="0" rtl="0" algn="l">
              <a:spcBef>
                <a:spcPts val="0"/>
              </a:spcBef>
              <a:spcAft>
                <a:spcPts val="0"/>
              </a:spcAft>
              <a:buNone/>
            </a:pPr>
            <a:r>
              <a:t/>
            </a:r>
            <a:endParaRPr/>
          </a:p>
        </p:txBody>
      </p:sp>
      <p:sp>
        <p:nvSpPr>
          <p:cNvPr id="125" name="Google Shape;125;p17"/>
          <p:cNvSpPr/>
          <p:nvPr/>
        </p:nvSpPr>
        <p:spPr>
          <a:xfrm>
            <a:off x="3574820" y="1479746"/>
            <a:ext cx="505800" cy="416700"/>
          </a:xfrm>
          <a:prstGeom prst="ellipse">
            <a:avLst/>
          </a:prstGeom>
          <a:noFill/>
          <a:ln cap="flat" cmpd="sng" w="15050">
            <a:solidFill>
              <a:schemeClr val="dk2"/>
            </a:solidFill>
            <a:prstDash val="solid"/>
            <a:round/>
            <a:headEnd len="sm" w="sm" type="none"/>
            <a:tailEnd len="sm" w="sm" type="none"/>
          </a:ln>
        </p:spPr>
        <p:txBody>
          <a:bodyPr anchorCtr="0" anchor="ctr" bIns="144350" lIns="144350" spcFirstLastPara="1" rIns="144350" wrap="square" tIns="144350">
            <a:noAutofit/>
          </a:bodyPr>
          <a:lstStyle/>
          <a:p>
            <a:pPr indent="0" lvl="0" marL="0" rtl="0" algn="l">
              <a:spcBef>
                <a:spcPts val="0"/>
              </a:spcBef>
              <a:spcAft>
                <a:spcPts val="0"/>
              </a:spcAft>
              <a:buNone/>
            </a:pPr>
            <a:r>
              <a:t/>
            </a:r>
            <a:endParaRPr/>
          </a:p>
        </p:txBody>
      </p:sp>
      <p:sp>
        <p:nvSpPr>
          <p:cNvPr id="126" name="Google Shape;126;p17"/>
          <p:cNvSpPr/>
          <p:nvPr/>
        </p:nvSpPr>
        <p:spPr>
          <a:xfrm>
            <a:off x="5957474" y="1957863"/>
            <a:ext cx="283839" cy="424422"/>
          </a:xfrm>
          <a:prstGeom prst="rect">
            <a:avLst/>
          </a:prstGeom>
        </p:spPr>
        <p:txBody>
          <a:bodyPr>
            <a:prstTxWarp prst="textPlain"/>
          </a:bodyPr>
          <a:lstStyle/>
          <a:p>
            <a:pPr lvl="0" algn="ctr"/>
            <a:r>
              <a:rPr b="0" i="0">
                <a:ln>
                  <a:noFill/>
                </a:ln>
                <a:solidFill>
                  <a:schemeClr val="accent1"/>
                </a:solidFill>
                <a:latin typeface="Arial"/>
              </a:rPr>
              <a:t>3</a:t>
            </a:r>
          </a:p>
        </p:txBody>
      </p:sp>
      <p:sp>
        <p:nvSpPr>
          <p:cNvPr id="127" name="Google Shape;127;p17"/>
          <p:cNvSpPr/>
          <p:nvPr/>
        </p:nvSpPr>
        <p:spPr>
          <a:xfrm>
            <a:off x="7051528" y="1962219"/>
            <a:ext cx="299574" cy="415713"/>
          </a:xfrm>
          <a:prstGeom prst="rect">
            <a:avLst/>
          </a:prstGeom>
        </p:spPr>
        <p:txBody>
          <a:bodyPr>
            <a:prstTxWarp prst="textPlain"/>
          </a:bodyPr>
          <a:lstStyle/>
          <a:p>
            <a:pPr lvl="0" algn="ctr"/>
            <a:r>
              <a:rPr b="0" i="0">
                <a:ln>
                  <a:noFill/>
                </a:ln>
                <a:solidFill>
                  <a:schemeClr val="accent1"/>
                </a:solidFill>
                <a:latin typeface="Arial"/>
              </a:rPr>
              <a:t>4</a:t>
            </a:r>
          </a:p>
        </p:txBody>
      </p:sp>
      <p:sp>
        <p:nvSpPr>
          <p:cNvPr id="128" name="Google Shape;128;p17"/>
          <p:cNvSpPr/>
          <p:nvPr/>
        </p:nvSpPr>
        <p:spPr>
          <a:xfrm>
            <a:off x="8197137" y="1432137"/>
            <a:ext cx="286260" cy="424422"/>
          </a:xfrm>
          <a:prstGeom prst="rect">
            <a:avLst/>
          </a:prstGeom>
        </p:spPr>
        <p:txBody>
          <a:bodyPr>
            <a:prstTxWarp prst="textPlain"/>
          </a:bodyPr>
          <a:lstStyle/>
          <a:p>
            <a:pPr lvl="0" algn="ctr"/>
            <a:r>
              <a:rPr b="0" i="0">
                <a:ln>
                  <a:noFill/>
                </a:ln>
                <a:solidFill>
                  <a:schemeClr val="accent1"/>
                </a:solidFill>
                <a:latin typeface="Arial"/>
              </a:rPr>
              <a:t>6</a:t>
            </a:r>
          </a:p>
        </p:txBody>
      </p:sp>
      <p:sp>
        <p:nvSpPr>
          <p:cNvPr id="129" name="Google Shape;129;p17"/>
          <p:cNvSpPr/>
          <p:nvPr/>
        </p:nvSpPr>
        <p:spPr>
          <a:xfrm>
            <a:off x="4359256" y="2790535"/>
            <a:ext cx="159773" cy="417455"/>
          </a:xfrm>
          <a:prstGeom prst="rect">
            <a:avLst/>
          </a:prstGeom>
        </p:spPr>
        <p:txBody>
          <a:bodyPr>
            <a:prstTxWarp prst="textPlain"/>
          </a:bodyPr>
          <a:lstStyle/>
          <a:p>
            <a:pPr lvl="0" algn="ctr"/>
            <a:r>
              <a:rPr b="0" i="0">
                <a:ln>
                  <a:noFill/>
                </a:ln>
                <a:solidFill>
                  <a:schemeClr val="accent1"/>
                </a:solidFill>
                <a:latin typeface="Arial"/>
              </a:rPr>
              <a:t>1</a:t>
            </a:r>
          </a:p>
        </p:txBody>
      </p:sp>
      <p:sp>
        <p:nvSpPr>
          <p:cNvPr id="130" name="Google Shape;130;p17"/>
          <p:cNvSpPr/>
          <p:nvPr/>
        </p:nvSpPr>
        <p:spPr>
          <a:xfrm>
            <a:off x="4797602" y="2778515"/>
            <a:ext cx="286865" cy="417455"/>
          </a:xfrm>
          <a:prstGeom prst="rect">
            <a:avLst/>
          </a:prstGeom>
        </p:spPr>
        <p:txBody>
          <a:bodyPr>
            <a:prstTxWarp prst="textPlain"/>
          </a:bodyPr>
          <a:lstStyle/>
          <a:p>
            <a:pPr lvl="0" algn="ctr"/>
            <a:r>
              <a:rPr b="0" i="0">
                <a:ln>
                  <a:noFill/>
                </a:ln>
                <a:solidFill>
                  <a:schemeClr val="accent1"/>
                </a:solidFill>
                <a:latin typeface="Arial"/>
              </a:rPr>
              <a:t>2</a:t>
            </a:r>
          </a:p>
        </p:txBody>
      </p:sp>
      <p:sp>
        <p:nvSpPr>
          <p:cNvPr id="131" name="Google Shape;131;p17"/>
          <p:cNvSpPr/>
          <p:nvPr/>
        </p:nvSpPr>
        <p:spPr>
          <a:xfrm>
            <a:off x="609459" y="1479868"/>
            <a:ext cx="287470" cy="416874"/>
          </a:xfrm>
          <a:prstGeom prst="rect">
            <a:avLst/>
          </a:prstGeom>
        </p:spPr>
        <p:txBody>
          <a:bodyPr>
            <a:prstTxWarp prst="textPlain"/>
          </a:bodyPr>
          <a:lstStyle/>
          <a:p>
            <a:pPr lvl="0" algn="ctr"/>
            <a:r>
              <a:rPr b="0" i="0">
                <a:ln>
                  <a:noFill/>
                </a:ln>
                <a:solidFill>
                  <a:schemeClr val="accent1"/>
                </a:solidFill>
                <a:latin typeface="Arial"/>
              </a:rPr>
              <a:t>5</a:t>
            </a:r>
          </a:p>
        </p:txBody>
      </p:sp>
      <p:sp>
        <p:nvSpPr>
          <p:cNvPr id="132" name="Google Shape;132;p17"/>
          <p:cNvSpPr txBox="1"/>
          <p:nvPr>
            <p:ph type="title"/>
          </p:nvPr>
        </p:nvSpPr>
        <p:spPr>
          <a:xfrm>
            <a:off x="0" y="4921434"/>
            <a:ext cx="772200" cy="294300"/>
          </a:xfrm>
          <a:prstGeom prst="rect">
            <a:avLst/>
          </a:prstGeom>
        </p:spPr>
        <p:txBody>
          <a:bodyPr anchorCtr="0" anchor="t" bIns="46975" lIns="46975" spcFirstLastPara="1" rIns="46975" wrap="square" tIns="46975">
            <a:noAutofit/>
          </a:bodyPr>
          <a:lstStyle/>
          <a:p>
            <a:pPr indent="0" lvl="0" marL="0" rtl="0" algn="l">
              <a:spcBef>
                <a:spcPts val="0"/>
              </a:spcBef>
              <a:spcAft>
                <a:spcPts val="0"/>
              </a:spcAft>
              <a:buSzPts val="509"/>
              <a:buNone/>
            </a:pPr>
            <a:r>
              <a:rPr lang="en" sz="1038">
                <a:solidFill>
                  <a:srgbClr val="CCCCCC"/>
                </a:solidFill>
                <a:latin typeface="Oswald"/>
                <a:ea typeface="Oswald"/>
                <a:cs typeface="Oswald"/>
                <a:sym typeface="Oswald"/>
              </a:rPr>
              <a:t>TRIPS LEFT</a:t>
            </a:r>
            <a:endParaRPr sz="1038">
              <a:solidFill>
                <a:srgbClr val="CCCCCC"/>
              </a:solidFill>
              <a:latin typeface="Oswald"/>
              <a:ea typeface="Oswald"/>
              <a:cs typeface="Oswald"/>
              <a:sym typeface="Oswald"/>
            </a:endParaRPr>
          </a:p>
        </p:txBody>
      </p:sp>
      <p:sp>
        <p:nvSpPr>
          <p:cNvPr id="133" name="Google Shape;133;p17"/>
          <p:cNvSpPr/>
          <p:nvPr/>
        </p:nvSpPr>
        <p:spPr>
          <a:xfrm>
            <a:off x="4080615" y="3241459"/>
            <a:ext cx="781911" cy="305793"/>
          </a:xfrm>
          <a:custGeom>
            <a:rect b="b" l="l" r="r" t="t"/>
            <a:pathLst>
              <a:path extrusionOk="0" h="7747" w="19809">
                <a:moveTo>
                  <a:pt x="19809" y="2433"/>
                </a:moveTo>
                <a:cubicBezTo>
                  <a:pt x="18709" y="3302"/>
                  <a:pt x="16508" y="8052"/>
                  <a:pt x="13206" y="7646"/>
                </a:cubicBezTo>
                <a:cubicBezTo>
                  <a:pt x="9905" y="7241"/>
                  <a:pt x="2201" y="1274"/>
                  <a:pt x="0" y="0"/>
                </a:cubicBezTo>
              </a:path>
            </a:pathLst>
          </a:custGeom>
          <a:noFill/>
          <a:ln cap="flat" cmpd="sng" w="15050">
            <a:solidFill>
              <a:schemeClr val="dk2"/>
            </a:solidFill>
            <a:prstDash val="dash"/>
            <a:round/>
            <a:headEnd len="med" w="med" type="none"/>
            <a:tailEnd len="med" w="med" type="oval"/>
          </a:ln>
        </p:spPr>
      </p:sp>
      <p:sp>
        <p:nvSpPr>
          <p:cNvPr id="134" name="Google Shape;134;p17"/>
          <p:cNvSpPr txBox="1"/>
          <p:nvPr/>
        </p:nvSpPr>
        <p:spPr>
          <a:xfrm>
            <a:off x="3809320" y="3592716"/>
            <a:ext cx="918900" cy="306000"/>
          </a:xfrm>
          <a:prstGeom prst="rect">
            <a:avLst/>
          </a:prstGeom>
          <a:noFill/>
          <a:ln>
            <a:noFill/>
          </a:ln>
        </p:spPr>
        <p:txBody>
          <a:bodyPr anchorCtr="0" anchor="t" bIns="144350" lIns="144350" spcFirstLastPara="1" rIns="144350" wrap="square" tIns="144350">
            <a:noAutofit/>
          </a:bodyPr>
          <a:lstStyle/>
          <a:p>
            <a:pPr indent="0" lvl="0" marL="0" rtl="0" algn="l">
              <a:spcBef>
                <a:spcPts val="0"/>
              </a:spcBef>
              <a:spcAft>
                <a:spcPts val="0"/>
              </a:spcAft>
              <a:buNone/>
            </a:pPr>
            <a:r>
              <a:rPr lang="en" sz="1579">
                <a:solidFill>
                  <a:schemeClr val="dk2"/>
                </a:solidFill>
              </a:rPr>
              <a:t>“FLIP”</a:t>
            </a:r>
            <a:endParaRPr sz="1579">
              <a:solidFill>
                <a:schemeClr val="dk2"/>
              </a:solidFill>
            </a:endParaRPr>
          </a:p>
        </p:txBody>
      </p:sp>
      <p:sp>
        <p:nvSpPr>
          <p:cNvPr id="135" name="Google Shape;135;p17"/>
          <p:cNvSpPr/>
          <p:nvPr/>
        </p:nvSpPr>
        <p:spPr>
          <a:xfrm flipH="1">
            <a:off x="1503867" y="4892724"/>
            <a:ext cx="273067" cy="99510"/>
          </a:xfrm>
          <a:custGeom>
            <a:rect b="b" l="l" r="r" t="t"/>
            <a:pathLst>
              <a:path extrusionOk="0" h="7747" w="19809">
                <a:moveTo>
                  <a:pt x="19809" y="2433"/>
                </a:moveTo>
                <a:cubicBezTo>
                  <a:pt x="18709" y="3302"/>
                  <a:pt x="16508" y="8052"/>
                  <a:pt x="13206" y="7646"/>
                </a:cubicBezTo>
                <a:cubicBezTo>
                  <a:pt x="9905" y="7241"/>
                  <a:pt x="2201" y="1274"/>
                  <a:pt x="0" y="0"/>
                </a:cubicBezTo>
              </a:path>
            </a:pathLst>
          </a:custGeom>
          <a:noFill/>
          <a:ln cap="flat" cmpd="sng" w="4900">
            <a:solidFill>
              <a:schemeClr val="dk2"/>
            </a:solidFill>
            <a:prstDash val="dash"/>
            <a:round/>
            <a:headEnd len="med" w="med" type="none"/>
            <a:tailEnd len="med" w="med" type="oval"/>
          </a:ln>
        </p:spPr>
      </p:sp>
      <p:sp>
        <p:nvSpPr>
          <p:cNvPr id="136" name="Google Shape;136;p17"/>
          <p:cNvSpPr txBox="1"/>
          <p:nvPr/>
        </p:nvSpPr>
        <p:spPr>
          <a:xfrm>
            <a:off x="1387222" y="4992226"/>
            <a:ext cx="298800" cy="99600"/>
          </a:xfrm>
          <a:prstGeom prst="rect">
            <a:avLst/>
          </a:prstGeom>
          <a:noFill/>
          <a:ln>
            <a:noFill/>
          </a:ln>
        </p:spPr>
        <p:txBody>
          <a:bodyPr anchorCtr="0" anchor="t" bIns="46975" lIns="46975" spcFirstLastPara="1" rIns="46975" wrap="square" tIns="46975">
            <a:noAutofit/>
          </a:bodyPr>
          <a:lstStyle/>
          <a:p>
            <a:pPr indent="0" lvl="0" marL="0" rtl="0" algn="l">
              <a:spcBef>
                <a:spcPts val="0"/>
              </a:spcBef>
              <a:spcAft>
                <a:spcPts val="0"/>
              </a:spcAft>
              <a:buNone/>
            </a:pPr>
            <a:r>
              <a:rPr lang="en" sz="514">
                <a:solidFill>
                  <a:schemeClr val="dk2"/>
                </a:solidFill>
              </a:rPr>
              <a:t>“FLIP”</a:t>
            </a:r>
            <a:endParaRPr sz="514">
              <a:solidFill>
                <a:schemeClr val="dk2"/>
              </a:solidFill>
            </a:endParaRPr>
          </a:p>
        </p:txBody>
      </p:sp>
      <p:sp>
        <p:nvSpPr>
          <p:cNvPr id="137" name="Google Shape;137;p17"/>
          <p:cNvSpPr/>
          <p:nvPr/>
        </p:nvSpPr>
        <p:spPr>
          <a:xfrm>
            <a:off x="1549055" y="4299126"/>
            <a:ext cx="137100" cy="135600"/>
          </a:xfrm>
          <a:prstGeom prst="rect">
            <a:avLst/>
          </a:prstGeom>
          <a:solidFill>
            <a:schemeClr val="accent1"/>
          </a:solidFill>
          <a:ln cap="flat" cmpd="sng" w="4900">
            <a:solidFill>
              <a:schemeClr val="dk2"/>
            </a:solidFill>
            <a:prstDash val="solid"/>
            <a:round/>
            <a:headEnd len="sm" w="sm" type="none"/>
            <a:tailEnd len="sm" w="sm" type="none"/>
          </a:ln>
        </p:spPr>
        <p:txBody>
          <a:bodyPr anchorCtr="0" anchor="ctr" bIns="46975" lIns="46975" spcFirstLastPara="1" rIns="46975" wrap="square" tIns="46975">
            <a:noAutofit/>
          </a:bodyPr>
          <a:lstStyle/>
          <a:p>
            <a:pPr indent="0" lvl="0" marL="0" rtl="0" algn="l">
              <a:spcBef>
                <a:spcPts val="0"/>
              </a:spcBef>
              <a:spcAft>
                <a:spcPts val="0"/>
              </a:spcAft>
              <a:buNone/>
            </a:pPr>
            <a:r>
              <a:t/>
            </a:r>
            <a:endParaRPr/>
          </a:p>
        </p:txBody>
      </p:sp>
      <p:sp>
        <p:nvSpPr>
          <p:cNvPr id="138" name="Google Shape;138;p17"/>
          <p:cNvSpPr/>
          <p:nvPr/>
        </p:nvSpPr>
        <p:spPr>
          <a:xfrm>
            <a:off x="1734207" y="4299126"/>
            <a:ext cx="164700" cy="135600"/>
          </a:xfrm>
          <a:prstGeom prst="ellipse">
            <a:avLst/>
          </a:prstGeom>
          <a:noFill/>
          <a:ln cap="flat" cmpd="sng" w="4900">
            <a:solidFill>
              <a:schemeClr val="dk2"/>
            </a:solidFill>
            <a:prstDash val="solid"/>
            <a:round/>
            <a:headEnd len="sm" w="sm" type="none"/>
            <a:tailEnd len="sm" w="sm" type="none"/>
          </a:ln>
        </p:spPr>
        <p:txBody>
          <a:bodyPr anchorCtr="0" anchor="ctr" bIns="46975" lIns="46975" spcFirstLastPara="1" rIns="46975" wrap="square" tIns="46975">
            <a:noAutofit/>
          </a:bodyPr>
          <a:lstStyle/>
          <a:p>
            <a:pPr indent="0" lvl="0" marL="0" rtl="0" algn="l">
              <a:spcBef>
                <a:spcPts val="0"/>
              </a:spcBef>
              <a:spcAft>
                <a:spcPts val="0"/>
              </a:spcAft>
              <a:buNone/>
            </a:pPr>
            <a:r>
              <a:t/>
            </a:r>
            <a:endParaRPr/>
          </a:p>
        </p:txBody>
      </p:sp>
      <p:sp>
        <p:nvSpPr>
          <p:cNvPr id="139" name="Google Shape;139;p17"/>
          <p:cNvSpPr/>
          <p:nvPr/>
        </p:nvSpPr>
        <p:spPr>
          <a:xfrm>
            <a:off x="1946931" y="4299126"/>
            <a:ext cx="164700" cy="135600"/>
          </a:xfrm>
          <a:prstGeom prst="ellipse">
            <a:avLst/>
          </a:prstGeom>
          <a:noFill/>
          <a:ln cap="flat" cmpd="sng" w="4900">
            <a:solidFill>
              <a:schemeClr val="dk2"/>
            </a:solidFill>
            <a:prstDash val="solid"/>
            <a:round/>
            <a:headEnd len="sm" w="sm" type="none"/>
            <a:tailEnd len="sm" w="sm" type="none"/>
          </a:ln>
        </p:spPr>
        <p:txBody>
          <a:bodyPr anchorCtr="0" anchor="ctr" bIns="46975" lIns="46975" spcFirstLastPara="1" rIns="46975" wrap="square" tIns="46975">
            <a:noAutofit/>
          </a:bodyPr>
          <a:lstStyle/>
          <a:p>
            <a:pPr indent="0" lvl="0" marL="0" rtl="0" algn="l">
              <a:spcBef>
                <a:spcPts val="0"/>
              </a:spcBef>
              <a:spcAft>
                <a:spcPts val="0"/>
              </a:spcAft>
              <a:buNone/>
            </a:pPr>
            <a:r>
              <a:t/>
            </a:r>
            <a:endParaRPr/>
          </a:p>
        </p:txBody>
      </p:sp>
      <p:sp>
        <p:nvSpPr>
          <p:cNvPr id="140" name="Google Shape;140;p17"/>
          <p:cNvSpPr/>
          <p:nvPr/>
        </p:nvSpPr>
        <p:spPr>
          <a:xfrm>
            <a:off x="1123607" y="4299126"/>
            <a:ext cx="164700" cy="135600"/>
          </a:xfrm>
          <a:prstGeom prst="ellipse">
            <a:avLst/>
          </a:prstGeom>
          <a:noFill/>
          <a:ln cap="flat" cmpd="sng" w="4900">
            <a:solidFill>
              <a:schemeClr val="dk2"/>
            </a:solidFill>
            <a:prstDash val="solid"/>
            <a:round/>
            <a:headEnd len="sm" w="sm" type="none"/>
            <a:tailEnd len="sm" w="sm" type="none"/>
          </a:ln>
        </p:spPr>
        <p:txBody>
          <a:bodyPr anchorCtr="0" anchor="ctr" bIns="46975" lIns="46975" spcFirstLastPara="1" rIns="46975" wrap="square" tIns="46975">
            <a:noAutofit/>
          </a:bodyPr>
          <a:lstStyle/>
          <a:p>
            <a:pPr indent="0" lvl="0" marL="0" rtl="0" algn="l">
              <a:spcBef>
                <a:spcPts val="0"/>
              </a:spcBef>
              <a:spcAft>
                <a:spcPts val="0"/>
              </a:spcAft>
              <a:buNone/>
            </a:pPr>
            <a:r>
              <a:t/>
            </a:r>
            <a:endParaRPr/>
          </a:p>
        </p:txBody>
      </p:sp>
      <p:sp>
        <p:nvSpPr>
          <p:cNvPr id="141" name="Google Shape;141;p17"/>
          <p:cNvSpPr/>
          <p:nvPr/>
        </p:nvSpPr>
        <p:spPr>
          <a:xfrm>
            <a:off x="1336331" y="4299126"/>
            <a:ext cx="164700" cy="135600"/>
          </a:xfrm>
          <a:prstGeom prst="ellipse">
            <a:avLst/>
          </a:prstGeom>
          <a:noFill/>
          <a:ln cap="flat" cmpd="sng" w="4900">
            <a:solidFill>
              <a:schemeClr val="dk2"/>
            </a:solidFill>
            <a:prstDash val="solid"/>
            <a:round/>
            <a:headEnd len="sm" w="sm" type="none"/>
            <a:tailEnd len="sm" w="sm" type="none"/>
          </a:ln>
        </p:spPr>
        <p:txBody>
          <a:bodyPr anchorCtr="0" anchor="ctr" bIns="46975" lIns="46975" spcFirstLastPara="1" rIns="46975" wrap="square" tIns="46975">
            <a:noAutofit/>
          </a:bodyPr>
          <a:lstStyle/>
          <a:p>
            <a:pPr indent="0" lvl="0" marL="0" rtl="0" algn="l">
              <a:spcBef>
                <a:spcPts val="0"/>
              </a:spcBef>
              <a:spcAft>
                <a:spcPts val="0"/>
              </a:spcAft>
              <a:buNone/>
            </a:pPr>
            <a:r>
              <a:t/>
            </a:r>
            <a:endParaRPr/>
          </a:p>
        </p:txBody>
      </p:sp>
      <p:sp>
        <p:nvSpPr>
          <p:cNvPr id="142" name="Google Shape;142;p17"/>
          <p:cNvSpPr/>
          <p:nvPr/>
        </p:nvSpPr>
        <p:spPr>
          <a:xfrm>
            <a:off x="986741" y="4433344"/>
            <a:ext cx="92358" cy="138099"/>
          </a:xfrm>
          <a:prstGeom prst="rect">
            <a:avLst/>
          </a:prstGeom>
        </p:spPr>
        <p:txBody>
          <a:bodyPr>
            <a:prstTxWarp prst="textPlain"/>
          </a:bodyPr>
          <a:lstStyle/>
          <a:p>
            <a:pPr lvl="0" algn="ctr"/>
            <a:r>
              <a:rPr b="0" i="0">
                <a:ln>
                  <a:noFill/>
                </a:ln>
                <a:solidFill>
                  <a:schemeClr val="accent1"/>
                </a:solidFill>
                <a:latin typeface="Arial"/>
              </a:rPr>
              <a:t>3</a:t>
            </a:r>
          </a:p>
        </p:txBody>
      </p:sp>
      <p:sp>
        <p:nvSpPr>
          <p:cNvPr id="143" name="Google Shape;143;p17"/>
          <p:cNvSpPr/>
          <p:nvPr/>
        </p:nvSpPr>
        <p:spPr>
          <a:xfrm>
            <a:off x="674709" y="4434755"/>
            <a:ext cx="97478" cy="135265"/>
          </a:xfrm>
          <a:prstGeom prst="rect">
            <a:avLst/>
          </a:prstGeom>
        </p:spPr>
        <p:txBody>
          <a:bodyPr>
            <a:prstTxWarp prst="textPlain"/>
          </a:bodyPr>
          <a:lstStyle/>
          <a:p>
            <a:pPr lvl="0" algn="ctr"/>
            <a:r>
              <a:rPr b="0" i="0">
                <a:ln>
                  <a:noFill/>
                </a:ln>
                <a:solidFill>
                  <a:schemeClr val="accent1"/>
                </a:solidFill>
                <a:latin typeface="Arial"/>
              </a:rPr>
              <a:t>4</a:t>
            </a:r>
          </a:p>
        </p:txBody>
      </p:sp>
      <p:sp>
        <p:nvSpPr>
          <p:cNvPr id="144" name="Google Shape;144;p17"/>
          <p:cNvSpPr/>
          <p:nvPr/>
        </p:nvSpPr>
        <p:spPr>
          <a:xfrm>
            <a:off x="2468250" y="4299298"/>
            <a:ext cx="92351" cy="135255"/>
          </a:xfrm>
          <a:prstGeom prst="rect">
            <a:avLst/>
          </a:prstGeom>
        </p:spPr>
        <p:txBody>
          <a:bodyPr>
            <a:prstTxWarp prst="textPlain"/>
          </a:bodyPr>
          <a:lstStyle/>
          <a:p>
            <a:pPr lvl="0" algn="ctr"/>
            <a:r>
              <a:rPr b="0" i="0">
                <a:ln>
                  <a:noFill/>
                </a:ln>
                <a:solidFill>
                  <a:schemeClr val="accent1"/>
                </a:solidFill>
                <a:latin typeface="Arial"/>
              </a:rPr>
              <a:t>5</a:t>
            </a:r>
          </a:p>
        </p:txBody>
      </p:sp>
      <p:sp>
        <p:nvSpPr>
          <p:cNvPr id="145" name="Google Shape;145;p17"/>
          <p:cNvSpPr/>
          <p:nvPr/>
        </p:nvSpPr>
        <p:spPr>
          <a:xfrm>
            <a:off x="1591578" y="4725635"/>
            <a:ext cx="51988" cy="135832"/>
          </a:xfrm>
          <a:prstGeom prst="rect">
            <a:avLst/>
          </a:prstGeom>
        </p:spPr>
        <p:txBody>
          <a:bodyPr>
            <a:prstTxWarp prst="textPlain"/>
          </a:bodyPr>
          <a:lstStyle/>
          <a:p>
            <a:pPr lvl="0" algn="ctr"/>
            <a:r>
              <a:rPr b="0" i="0">
                <a:ln>
                  <a:noFill/>
                </a:ln>
                <a:solidFill>
                  <a:schemeClr val="accent1"/>
                </a:solidFill>
                <a:latin typeface="Arial"/>
              </a:rPr>
              <a:t>1</a:t>
            </a:r>
          </a:p>
        </p:txBody>
      </p:sp>
      <p:sp>
        <p:nvSpPr>
          <p:cNvPr id="146" name="Google Shape;146;p17"/>
          <p:cNvSpPr/>
          <p:nvPr/>
        </p:nvSpPr>
        <p:spPr>
          <a:xfrm>
            <a:off x="1435383" y="4756885"/>
            <a:ext cx="93342" cy="135832"/>
          </a:xfrm>
          <a:prstGeom prst="rect">
            <a:avLst/>
          </a:prstGeom>
        </p:spPr>
        <p:txBody>
          <a:bodyPr>
            <a:prstTxWarp prst="textPlain"/>
          </a:bodyPr>
          <a:lstStyle/>
          <a:p>
            <a:pPr lvl="0" algn="ctr"/>
            <a:r>
              <a:rPr b="0" i="0">
                <a:ln>
                  <a:noFill/>
                </a:ln>
                <a:solidFill>
                  <a:schemeClr val="accent1"/>
                </a:solidFill>
                <a:latin typeface="Arial"/>
              </a:rPr>
              <a:t>2</a:t>
            </a:r>
          </a:p>
        </p:txBody>
      </p:sp>
      <p:sp>
        <p:nvSpPr>
          <p:cNvPr id="147" name="Google Shape;147;p17"/>
          <p:cNvSpPr/>
          <p:nvPr/>
        </p:nvSpPr>
        <p:spPr>
          <a:xfrm>
            <a:off x="275954" y="4271900"/>
            <a:ext cx="93146" cy="138099"/>
          </a:xfrm>
          <a:prstGeom prst="rect">
            <a:avLst/>
          </a:prstGeom>
        </p:spPr>
        <p:txBody>
          <a:bodyPr>
            <a:prstTxWarp prst="textPlain"/>
          </a:bodyPr>
          <a:lstStyle/>
          <a:p>
            <a:pPr lvl="0" algn="ctr"/>
            <a:r>
              <a:rPr b="0" i="0">
                <a:ln>
                  <a:noFill/>
                </a:ln>
                <a:solidFill>
                  <a:schemeClr val="accent1"/>
                </a:solidFill>
                <a:latin typeface="Arial"/>
              </a:rPr>
              <a:t>6</a:t>
            </a:r>
          </a:p>
        </p:txBody>
      </p:sp>
      <p:cxnSp>
        <p:nvCxnSpPr>
          <p:cNvPr id="148" name="Google Shape;148;p17"/>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149" name="Google Shape;149;p17"/>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3" name="Shape 153"/>
        <p:cNvGrpSpPr/>
        <p:nvPr/>
      </p:nvGrpSpPr>
      <p:grpSpPr>
        <a:xfrm>
          <a:off x="0" y="0"/>
          <a:ext cx="0" cy="0"/>
          <a:chOff x="0" y="0"/>
          <a:chExt cx="0" cy="0"/>
        </a:xfrm>
      </p:grpSpPr>
      <p:sp>
        <p:nvSpPr>
          <p:cNvPr id="154" name="Google Shape;154;p18"/>
          <p:cNvSpPr txBox="1"/>
          <p:nvPr/>
        </p:nvSpPr>
        <p:spPr>
          <a:xfrm>
            <a:off x="2733400" y="1835375"/>
            <a:ext cx="40182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TRIPS RUN</a:t>
            </a:r>
            <a:r>
              <a:rPr lang="en" sz="4120">
                <a:solidFill>
                  <a:srgbClr val="CCCCCC"/>
                </a:solidFill>
                <a:latin typeface="Oswald"/>
                <a:ea typeface="Oswald"/>
                <a:cs typeface="Oswald"/>
                <a:sym typeface="Oswald"/>
              </a:rPr>
              <a:t> PLAYS</a:t>
            </a:r>
            <a:endParaRPr sz="4120">
              <a:solidFill>
                <a:srgbClr val="CCCCCC"/>
              </a:solidFill>
              <a:latin typeface="Oswald"/>
              <a:ea typeface="Oswald"/>
              <a:cs typeface="Oswald"/>
              <a:sym typeface="Oswald"/>
            </a:endParaRPr>
          </a:p>
          <a:p>
            <a:pPr indent="0" lvl="0" marL="0" rtl="0" algn="l">
              <a:spcBef>
                <a:spcPts val="0"/>
              </a:spcBef>
              <a:spcAft>
                <a:spcPts val="0"/>
              </a:spcAft>
              <a:buNone/>
            </a:pPr>
            <a:r>
              <a:t/>
            </a:r>
            <a:endParaRPr sz="4120">
              <a:solidFill>
                <a:srgbClr val="CCCCCC"/>
              </a:solidFill>
              <a:latin typeface="Oswald"/>
              <a:ea typeface="Oswald"/>
              <a:cs typeface="Oswald"/>
              <a:sym typeface="Oswald"/>
            </a:endParaRPr>
          </a:p>
        </p:txBody>
      </p:sp>
      <p:pic>
        <p:nvPicPr>
          <p:cNvPr id="155" name="Google Shape;155;p18"/>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cxnSp>
        <p:nvCxnSpPr>
          <p:cNvPr id="156" name="Google Shape;156;p18"/>
          <p:cNvCxnSpPr/>
          <p:nvPr/>
        </p:nvCxnSpPr>
        <p:spPr>
          <a:xfrm>
            <a:off x="3065725" y="2617825"/>
            <a:ext cx="2847300" cy="0"/>
          </a:xfrm>
          <a:prstGeom prst="straightConnector1">
            <a:avLst/>
          </a:prstGeom>
          <a:noFill/>
          <a:ln cap="flat" cmpd="sng" w="28575">
            <a:solidFill>
              <a:srgbClr val="0000FF"/>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9"/>
          <p:cNvSpPr/>
          <p:nvPr/>
        </p:nvSpPr>
        <p:spPr>
          <a:xfrm>
            <a:off x="8221538" y="10134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CCCCC"/>
              </a:solidFill>
            </a:endParaRPr>
          </a:p>
        </p:txBody>
      </p:sp>
      <p:sp>
        <p:nvSpPr>
          <p:cNvPr id="162" name="Google Shape;162;p19"/>
          <p:cNvSpPr/>
          <p:nvPr/>
        </p:nvSpPr>
        <p:spPr>
          <a:xfrm>
            <a:off x="5040600" y="115258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CCCCC"/>
              </a:solidFill>
            </a:endParaRPr>
          </a:p>
        </p:txBody>
      </p:sp>
      <p:sp>
        <p:nvSpPr>
          <p:cNvPr id="163" name="Google Shape;163;p19"/>
          <p:cNvSpPr/>
          <p:nvPr/>
        </p:nvSpPr>
        <p:spPr>
          <a:xfrm>
            <a:off x="1936713" y="132308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CCCCC"/>
              </a:solidFill>
            </a:endParaRPr>
          </a:p>
        </p:txBody>
      </p:sp>
      <p:sp>
        <p:nvSpPr>
          <p:cNvPr id="164" name="Google Shape;164;p19"/>
          <p:cNvSpPr/>
          <p:nvPr/>
        </p:nvSpPr>
        <p:spPr>
          <a:xfrm>
            <a:off x="3652850" y="18083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CCCCC"/>
              </a:solidFill>
            </a:endParaRPr>
          </a:p>
        </p:txBody>
      </p:sp>
      <p:sp>
        <p:nvSpPr>
          <p:cNvPr id="165" name="Google Shape;165;p19"/>
          <p:cNvSpPr/>
          <p:nvPr/>
        </p:nvSpPr>
        <p:spPr>
          <a:xfrm>
            <a:off x="3594400" y="115258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CCCCC"/>
              </a:solidFill>
            </a:endParaRPr>
          </a:p>
        </p:txBody>
      </p:sp>
      <p:sp>
        <p:nvSpPr>
          <p:cNvPr id="166" name="Google Shape;166;p19"/>
          <p:cNvSpPr/>
          <p:nvPr/>
        </p:nvSpPr>
        <p:spPr>
          <a:xfrm>
            <a:off x="5102075" y="172308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CCCCC"/>
              </a:solidFill>
            </a:endParaRPr>
          </a:p>
        </p:txBody>
      </p:sp>
      <p:sp>
        <p:nvSpPr>
          <p:cNvPr id="167" name="Google Shape;167;p19"/>
          <p:cNvSpPr/>
          <p:nvPr/>
        </p:nvSpPr>
        <p:spPr>
          <a:xfrm>
            <a:off x="4350707" y="2293591"/>
            <a:ext cx="487800" cy="492300"/>
          </a:xfrm>
          <a:prstGeom prst="rect">
            <a:avLst/>
          </a:prstGeom>
          <a:solidFill>
            <a:srgbClr val="4285F4"/>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9"/>
          <p:cNvSpPr/>
          <p:nvPr/>
        </p:nvSpPr>
        <p:spPr>
          <a:xfrm>
            <a:off x="5009747" y="2293591"/>
            <a:ext cx="586200" cy="492300"/>
          </a:xfrm>
          <a:prstGeom prst="ellipse">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9"/>
          <p:cNvSpPr/>
          <p:nvPr/>
        </p:nvSpPr>
        <p:spPr>
          <a:xfrm>
            <a:off x="5766924" y="2293591"/>
            <a:ext cx="586200" cy="492300"/>
          </a:xfrm>
          <a:prstGeom prst="ellipse">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9"/>
          <p:cNvSpPr/>
          <p:nvPr/>
        </p:nvSpPr>
        <p:spPr>
          <a:xfrm>
            <a:off x="2836352" y="2293591"/>
            <a:ext cx="586200" cy="492300"/>
          </a:xfrm>
          <a:prstGeom prst="ellipse">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9"/>
          <p:cNvSpPr/>
          <p:nvPr/>
        </p:nvSpPr>
        <p:spPr>
          <a:xfrm>
            <a:off x="3593529" y="2293591"/>
            <a:ext cx="586200" cy="492300"/>
          </a:xfrm>
          <a:prstGeom prst="ellipse">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9"/>
          <p:cNvSpPr/>
          <p:nvPr/>
        </p:nvSpPr>
        <p:spPr>
          <a:xfrm>
            <a:off x="6353130" y="2857905"/>
            <a:ext cx="328743" cy="500940"/>
          </a:xfrm>
          <a:prstGeom prst="rect">
            <a:avLst/>
          </a:prstGeom>
        </p:spPr>
        <p:txBody>
          <a:bodyPr>
            <a:prstTxWarp prst="textPlain"/>
          </a:bodyPr>
          <a:lstStyle/>
          <a:p>
            <a:pPr lvl="0" algn="ctr"/>
            <a:r>
              <a:rPr b="0" i="0">
                <a:ln>
                  <a:noFill/>
                </a:ln>
                <a:solidFill>
                  <a:srgbClr val="4285F4"/>
                </a:solidFill>
                <a:latin typeface="Arial"/>
              </a:rPr>
              <a:t>3</a:t>
            </a:r>
          </a:p>
        </p:txBody>
      </p:sp>
      <p:sp>
        <p:nvSpPr>
          <p:cNvPr id="173" name="Google Shape;173;p19"/>
          <p:cNvSpPr/>
          <p:nvPr/>
        </p:nvSpPr>
        <p:spPr>
          <a:xfrm>
            <a:off x="7620268" y="2863046"/>
            <a:ext cx="346968" cy="490660"/>
          </a:xfrm>
          <a:prstGeom prst="rect">
            <a:avLst/>
          </a:prstGeom>
        </p:spPr>
        <p:txBody>
          <a:bodyPr>
            <a:prstTxWarp prst="textPlain"/>
          </a:bodyPr>
          <a:lstStyle/>
          <a:p>
            <a:pPr lvl="0" algn="ctr"/>
            <a:r>
              <a:rPr b="0" i="0">
                <a:ln>
                  <a:noFill/>
                </a:ln>
                <a:solidFill>
                  <a:srgbClr val="4285F4"/>
                </a:solidFill>
                <a:latin typeface="Arial"/>
              </a:rPr>
              <a:t>4</a:t>
            </a:r>
          </a:p>
        </p:txBody>
      </p:sp>
      <p:sp>
        <p:nvSpPr>
          <p:cNvPr id="174" name="Google Shape;174;p19"/>
          <p:cNvSpPr/>
          <p:nvPr/>
        </p:nvSpPr>
        <p:spPr>
          <a:xfrm>
            <a:off x="8465970" y="2228488"/>
            <a:ext cx="331547" cy="500940"/>
          </a:xfrm>
          <a:prstGeom prst="rect">
            <a:avLst/>
          </a:prstGeom>
        </p:spPr>
        <p:txBody>
          <a:bodyPr>
            <a:prstTxWarp prst="textPlain"/>
          </a:bodyPr>
          <a:lstStyle/>
          <a:p>
            <a:pPr lvl="0" algn="ctr"/>
            <a:r>
              <a:rPr b="0" i="0">
                <a:ln>
                  <a:noFill/>
                </a:ln>
                <a:solidFill>
                  <a:srgbClr val="4285F4"/>
                </a:solidFill>
                <a:latin typeface="Arial"/>
              </a:rPr>
              <a:t>6</a:t>
            </a:r>
          </a:p>
        </p:txBody>
      </p:sp>
      <p:sp>
        <p:nvSpPr>
          <p:cNvPr id="175" name="Google Shape;175;p19"/>
          <p:cNvSpPr/>
          <p:nvPr/>
        </p:nvSpPr>
        <p:spPr>
          <a:xfrm>
            <a:off x="4342792" y="3926047"/>
            <a:ext cx="185049" cy="492716"/>
          </a:xfrm>
          <a:prstGeom prst="rect">
            <a:avLst/>
          </a:prstGeom>
        </p:spPr>
        <p:txBody>
          <a:bodyPr>
            <a:prstTxWarp prst="textPlain"/>
          </a:bodyPr>
          <a:lstStyle/>
          <a:p>
            <a:pPr lvl="0" algn="ctr"/>
            <a:r>
              <a:rPr b="0" i="0">
                <a:ln>
                  <a:noFill/>
                </a:ln>
                <a:solidFill>
                  <a:srgbClr val="4285F4"/>
                </a:solidFill>
                <a:latin typeface="Arial"/>
              </a:rPr>
              <a:t>1</a:t>
            </a:r>
          </a:p>
        </p:txBody>
      </p:sp>
      <p:sp>
        <p:nvSpPr>
          <p:cNvPr id="176" name="Google Shape;176;p19"/>
          <p:cNvSpPr/>
          <p:nvPr/>
        </p:nvSpPr>
        <p:spPr>
          <a:xfrm>
            <a:off x="5136737" y="3840698"/>
            <a:ext cx="332248" cy="492716"/>
          </a:xfrm>
          <a:prstGeom prst="rect">
            <a:avLst/>
          </a:prstGeom>
        </p:spPr>
        <p:txBody>
          <a:bodyPr>
            <a:prstTxWarp prst="textPlain"/>
          </a:bodyPr>
          <a:lstStyle/>
          <a:p>
            <a:pPr lvl="0" algn="ctr"/>
            <a:r>
              <a:rPr b="0" i="0">
                <a:ln>
                  <a:noFill/>
                </a:ln>
                <a:solidFill>
                  <a:srgbClr val="4285F4"/>
                </a:solidFill>
                <a:latin typeface="Arial"/>
              </a:rPr>
              <a:t>2</a:t>
            </a:r>
          </a:p>
        </p:txBody>
      </p:sp>
      <p:sp>
        <p:nvSpPr>
          <p:cNvPr id="177" name="Google Shape;177;p19"/>
          <p:cNvSpPr/>
          <p:nvPr/>
        </p:nvSpPr>
        <p:spPr>
          <a:xfrm>
            <a:off x="159036" y="2293735"/>
            <a:ext cx="332949" cy="492031"/>
          </a:xfrm>
          <a:prstGeom prst="rect">
            <a:avLst/>
          </a:prstGeom>
        </p:spPr>
        <p:txBody>
          <a:bodyPr>
            <a:prstTxWarp prst="textPlain"/>
          </a:bodyPr>
          <a:lstStyle/>
          <a:p>
            <a:pPr lvl="0" algn="ctr"/>
            <a:r>
              <a:rPr b="0" i="0">
                <a:ln>
                  <a:noFill/>
                </a:ln>
                <a:solidFill>
                  <a:srgbClr val="4285F4"/>
                </a:solidFill>
                <a:latin typeface="Arial"/>
              </a:rPr>
              <a:t>5</a:t>
            </a:r>
          </a:p>
        </p:txBody>
      </p:sp>
      <p:cxnSp>
        <p:nvCxnSpPr>
          <p:cNvPr id="178" name="Google Shape;178;p19"/>
          <p:cNvCxnSpPr/>
          <p:nvPr/>
        </p:nvCxnSpPr>
        <p:spPr>
          <a:xfrm rot="10800000">
            <a:off x="2401932" y="1767100"/>
            <a:ext cx="779700" cy="526500"/>
          </a:xfrm>
          <a:prstGeom prst="straightConnector1">
            <a:avLst/>
          </a:prstGeom>
          <a:noFill/>
          <a:ln cap="flat" cmpd="sng" w="9525">
            <a:solidFill>
              <a:srgbClr val="595959"/>
            </a:solidFill>
            <a:prstDash val="solid"/>
            <a:round/>
            <a:headEnd len="med" w="med" type="none"/>
            <a:tailEnd len="med" w="med" type="triangle"/>
          </a:ln>
        </p:spPr>
      </p:cxnSp>
      <p:cxnSp>
        <p:nvCxnSpPr>
          <p:cNvPr id="179" name="Google Shape;179;p19"/>
          <p:cNvCxnSpPr/>
          <p:nvPr/>
        </p:nvCxnSpPr>
        <p:spPr>
          <a:xfrm rot="10800000">
            <a:off x="3181637" y="1767100"/>
            <a:ext cx="779700" cy="526500"/>
          </a:xfrm>
          <a:prstGeom prst="straightConnector1">
            <a:avLst/>
          </a:prstGeom>
          <a:noFill/>
          <a:ln cap="flat" cmpd="sng" w="9525">
            <a:solidFill>
              <a:srgbClr val="595959"/>
            </a:solidFill>
            <a:prstDash val="solid"/>
            <a:round/>
            <a:headEnd len="med" w="med" type="none"/>
            <a:tailEnd len="med" w="med" type="triangle"/>
          </a:ln>
        </p:spPr>
      </p:cxnSp>
      <p:cxnSp>
        <p:nvCxnSpPr>
          <p:cNvPr id="180" name="Google Shape;180;p19"/>
          <p:cNvCxnSpPr/>
          <p:nvPr/>
        </p:nvCxnSpPr>
        <p:spPr>
          <a:xfrm rot="10800000">
            <a:off x="3812929" y="1750475"/>
            <a:ext cx="779700" cy="526500"/>
          </a:xfrm>
          <a:prstGeom prst="straightConnector1">
            <a:avLst/>
          </a:prstGeom>
          <a:noFill/>
          <a:ln cap="flat" cmpd="sng" w="9525">
            <a:solidFill>
              <a:srgbClr val="595959"/>
            </a:solidFill>
            <a:prstDash val="solid"/>
            <a:round/>
            <a:headEnd len="med" w="med" type="none"/>
            <a:tailEnd len="med" w="med" type="triangle"/>
          </a:ln>
        </p:spPr>
      </p:cxnSp>
      <p:cxnSp>
        <p:nvCxnSpPr>
          <p:cNvPr id="181" name="Google Shape;181;p19"/>
          <p:cNvCxnSpPr/>
          <p:nvPr/>
        </p:nvCxnSpPr>
        <p:spPr>
          <a:xfrm rot="10800000">
            <a:off x="4472365" y="1750475"/>
            <a:ext cx="779700" cy="526500"/>
          </a:xfrm>
          <a:prstGeom prst="straightConnector1">
            <a:avLst/>
          </a:prstGeom>
          <a:noFill/>
          <a:ln cap="flat" cmpd="sng" w="9525">
            <a:solidFill>
              <a:srgbClr val="595959"/>
            </a:solidFill>
            <a:prstDash val="solid"/>
            <a:round/>
            <a:headEnd len="med" w="med" type="none"/>
            <a:tailEnd len="med" w="med" type="triangle"/>
          </a:ln>
        </p:spPr>
      </p:cxnSp>
      <p:cxnSp>
        <p:nvCxnSpPr>
          <p:cNvPr id="182" name="Google Shape;182;p19"/>
          <p:cNvCxnSpPr/>
          <p:nvPr/>
        </p:nvCxnSpPr>
        <p:spPr>
          <a:xfrm rot="10800000">
            <a:off x="5223927" y="1767100"/>
            <a:ext cx="779700" cy="526500"/>
          </a:xfrm>
          <a:prstGeom prst="straightConnector1">
            <a:avLst/>
          </a:prstGeom>
          <a:noFill/>
          <a:ln cap="flat" cmpd="sng" w="9525">
            <a:solidFill>
              <a:srgbClr val="595959"/>
            </a:solidFill>
            <a:prstDash val="solid"/>
            <a:round/>
            <a:headEnd len="med" w="med" type="none"/>
            <a:tailEnd len="med" w="med" type="triangle"/>
          </a:ln>
        </p:spPr>
      </p:cxnSp>
      <p:cxnSp>
        <p:nvCxnSpPr>
          <p:cNvPr id="183" name="Google Shape;183;p19"/>
          <p:cNvCxnSpPr/>
          <p:nvPr/>
        </p:nvCxnSpPr>
        <p:spPr>
          <a:xfrm rot="10800000">
            <a:off x="2597675" y="3073575"/>
            <a:ext cx="3675300" cy="17400"/>
          </a:xfrm>
          <a:prstGeom prst="straightConnector1">
            <a:avLst/>
          </a:prstGeom>
          <a:noFill/>
          <a:ln cap="flat" cmpd="sng" w="9525">
            <a:solidFill>
              <a:srgbClr val="595959"/>
            </a:solidFill>
            <a:prstDash val="solid"/>
            <a:round/>
            <a:headEnd len="med" w="med" type="none"/>
            <a:tailEnd len="med" w="med" type="diamond"/>
          </a:ln>
        </p:spPr>
      </p:cxnSp>
      <p:sp>
        <p:nvSpPr>
          <p:cNvPr id="184" name="Google Shape;184;p19"/>
          <p:cNvSpPr/>
          <p:nvPr/>
        </p:nvSpPr>
        <p:spPr>
          <a:xfrm>
            <a:off x="4687125" y="4394250"/>
            <a:ext cx="2875850" cy="444000"/>
          </a:xfrm>
          <a:custGeom>
            <a:rect b="b" l="l" r="r" t="t"/>
            <a:pathLst>
              <a:path extrusionOk="0" h="17760" w="115034">
                <a:moveTo>
                  <a:pt x="0" y="1737"/>
                </a:moveTo>
                <a:cubicBezTo>
                  <a:pt x="4228" y="4402"/>
                  <a:pt x="6198" y="18014"/>
                  <a:pt x="25370" y="17724"/>
                </a:cubicBezTo>
                <a:cubicBezTo>
                  <a:pt x="44542" y="17435"/>
                  <a:pt x="100090" y="2954"/>
                  <a:pt x="115034" y="0"/>
                </a:cubicBezTo>
              </a:path>
            </a:pathLst>
          </a:custGeom>
          <a:noFill/>
          <a:ln cap="flat" cmpd="sng" w="9525">
            <a:solidFill>
              <a:srgbClr val="595959"/>
            </a:solidFill>
            <a:prstDash val="solid"/>
            <a:round/>
            <a:headEnd len="med" w="med" type="none"/>
            <a:tailEnd len="med" w="med" type="triangle"/>
          </a:ln>
        </p:spPr>
      </p:sp>
      <p:sp>
        <p:nvSpPr>
          <p:cNvPr id="185" name="Google Shape;185;p19"/>
          <p:cNvSpPr/>
          <p:nvPr/>
        </p:nvSpPr>
        <p:spPr>
          <a:xfrm>
            <a:off x="4344150" y="3004100"/>
            <a:ext cx="834075" cy="703750"/>
          </a:xfrm>
          <a:custGeom>
            <a:rect b="b" l="l" r="r" t="t"/>
            <a:pathLst>
              <a:path extrusionOk="0" h="28150" w="33363">
                <a:moveTo>
                  <a:pt x="33363" y="28150"/>
                </a:moveTo>
                <a:cubicBezTo>
                  <a:pt x="30004" y="25949"/>
                  <a:pt x="18767" y="19636"/>
                  <a:pt x="13206" y="14944"/>
                </a:cubicBezTo>
                <a:cubicBezTo>
                  <a:pt x="7646" y="10252"/>
                  <a:pt x="2201" y="2491"/>
                  <a:pt x="0" y="0"/>
                </a:cubicBezTo>
              </a:path>
            </a:pathLst>
          </a:custGeom>
          <a:noFill/>
          <a:ln cap="flat" cmpd="sng" w="38100">
            <a:solidFill>
              <a:srgbClr val="595959"/>
            </a:solidFill>
            <a:prstDash val="solid"/>
            <a:round/>
            <a:headEnd len="med" w="med" type="none"/>
            <a:tailEnd len="med" w="med" type="triangle"/>
          </a:ln>
        </p:spPr>
      </p:sp>
      <p:sp>
        <p:nvSpPr>
          <p:cNvPr id="186" name="Google Shape;186;p19"/>
          <p:cNvSpPr/>
          <p:nvPr/>
        </p:nvSpPr>
        <p:spPr>
          <a:xfrm>
            <a:off x="6334625" y="2317700"/>
            <a:ext cx="501975" cy="877525"/>
          </a:xfrm>
          <a:custGeom>
            <a:rect b="b" l="l" r="r" t="t"/>
            <a:pathLst>
              <a:path extrusionOk="0" h="35101" w="20079">
                <a:moveTo>
                  <a:pt x="14944" y="0"/>
                </a:moveTo>
                <a:cubicBezTo>
                  <a:pt x="15697" y="2317"/>
                  <a:pt x="21953" y="8052"/>
                  <a:pt x="19462" y="13902"/>
                </a:cubicBezTo>
                <a:cubicBezTo>
                  <a:pt x="16971" y="19752"/>
                  <a:pt x="3244" y="31568"/>
                  <a:pt x="0" y="35101"/>
                </a:cubicBezTo>
              </a:path>
            </a:pathLst>
          </a:custGeom>
          <a:noFill/>
          <a:ln cap="flat" cmpd="sng" w="9525">
            <a:solidFill>
              <a:srgbClr val="CCCCCC"/>
            </a:solidFill>
            <a:prstDash val="solid"/>
            <a:round/>
            <a:headEnd len="med" w="med" type="none"/>
            <a:tailEnd len="med" w="med" type="none"/>
          </a:ln>
        </p:spPr>
      </p:sp>
      <p:cxnSp>
        <p:nvCxnSpPr>
          <p:cNvPr id="187" name="Google Shape;187;p19"/>
          <p:cNvCxnSpPr/>
          <p:nvPr/>
        </p:nvCxnSpPr>
        <p:spPr>
          <a:xfrm rot="10800000">
            <a:off x="5622175" y="3151750"/>
            <a:ext cx="677700" cy="34800"/>
          </a:xfrm>
          <a:prstGeom prst="straightConnector1">
            <a:avLst/>
          </a:prstGeom>
          <a:noFill/>
          <a:ln cap="flat" cmpd="sng" w="9525">
            <a:solidFill>
              <a:srgbClr val="B7B7B7"/>
            </a:solidFill>
            <a:prstDash val="dash"/>
            <a:round/>
            <a:headEnd len="med" w="med" type="none"/>
            <a:tailEnd len="med" w="med" type="triangle"/>
          </a:ln>
        </p:spPr>
      </p:cxnSp>
      <p:cxnSp>
        <p:nvCxnSpPr>
          <p:cNvPr id="188" name="Google Shape;188;p19"/>
          <p:cNvCxnSpPr/>
          <p:nvPr/>
        </p:nvCxnSpPr>
        <p:spPr>
          <a:xfrm flipH="1" rot="10800000">
            <a:off x="6195600" y="3195350"/>
            <a:ext cx="138900" cy="807900"/>
          </a:xfrm>
          <a:prstGeom prst="straightConnector1">
            <a:avLst/>
          </a:prstGeom>
          <a:noFill/>
          <a:ln cap="flat" cmpd="sng" w="9525">
            <a:solidFill>
              <a:srgbClr val="B7B7B7"/>
            </a:solidFill>
            <a:prstDash val="dash"/>
            <a:round/>
            <a:headEnd len="med" w="med" type="triangle"/>
            <a:tailEnd len="med" w="med" type="none"/>
          </a:ln>
        </p:spPr>
      </p:cxnSp>
      <p:sp>
        <p:nvSpPr>
          <p:cNvPr id="189" name="Google Shape;189;p19"/>
          <p:cNvSpPr/>
          <p:nvPr/>
        </p:nvSpPr>
        <p:spPr>
          <a:xfrm>
            <a:off x="616850" y="1596600"/>
            <a:ext cx="1668175" cy="834075"/>
          </a:xfrm>
          <a:custGeom>
            <a:rect b="b" l="l" r="r" t="t"/>
            <a:pathLst>
              <a:path extrusionOk="0" h="33363" w="66727">
                <a:moveTo>
                  <a:pt x="0" y="33363"/>
                </a:moveTo>
                <a:cubicBezTo>
                  <a:pt x="8457" y="30641"/>
                  <a:pt x="39619" y="22590"/>
                  <a:pt x="50740" y="17029"/>
                </a:cubicBezTo>
                <a:cubicBezTo>
                  <a:pt x="61861" y="11469"/>
                  <a:pt x="64063" y="2838"/>
                  <a:pt x="66727" y="0"/>
                </a:cubicBezTo>
              </a:path>
            </a:pathLst>
          </a:custGeom>
          <a:noFill/>
          <a:ln cap="flat" cmpd="sng" w="9525">
            <a:solidFill>
              <a:srgbClr val="595959"/>
            </a:solidFill>
            <a:prstDash val="solid"/>
            <a:round/>
            <a:headEnd len="med" w="med" type="none"/>
            <a:tailEnd len="med" w="med" type="diamond"/>
          </a:ln>
        </p:spPr>
      </p:sp>
      <p:cxnSp>
        <p:nvCxnSpPr>
          <p:cNvPr id="190" name="Google Shape;190;p19"/>
          <p:cNvCxnSpPr/>
          <p:nvPr/>
        </p:nvCxnSpPr>
        <p:spPr>
          <a:xfrm rot="10800000">
            <a:off x="8367950" y="1590788"/>
            <a:ext cx="201900" cy="647100"/>
          </a:xfrm>
          <a:prstGeom prst="straightConnector1">
            <a:avLst/>
          </a:prstGeom>
          <a:noFill/>
          <a:ln cap="flat" cmpd="sng" w="9525">
            <a:solidFill>
              <a:srgbClr val="595959"/>
            </a:solidFill>
            <a:prstDash val="solid"/>
            <a:round/>
            <a:headEnd len="med" w="med" type="none"/>
            <a:tailEnd len="med" w="med" type="diamond"/>
          </a:ln>
        </p:spPr>
      </p:cxnSp>
      <p:sp>
        <p:nvSpPr>
          <p:cNvPr id="191" name="Google Shape;191;p19"/>
          <p:cNvSpPr txBox="1"/>
          <p:nvPr/>
        </p:nvSpPr>
        <p:spPr>
          <a:xfrm>
            <a:off x="0" y="0"/>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TRIPS 21 / READ</a:t>
            </a:r>
            <a:endParaRPr sz="4120">
              <a:solidFill>
                <a:srgbClr val="CCCCCC"/>
              </a:solidFill>
              <a:latin typeface="Oswald"/>
              <a:ea typeface="Oswald"/>
              <a:cs typeface="Oswald"/>
              <a:sym typeface="Oswald"/>
            </a:endParaRPr>
          </a:p>
        </p:txBody>
      </p:sp>
      <p:sp>
        <p:nvSpPr>
          <p:cNvPr id="192" name="Google Shape;192;p19"/>
          <p:cNvSpPr/>
          <p:nvPr/>
        </p:nvSpPr>
        <p:spPr>
          <a:xfrm>
            <a:off x="6810013" y="1152600"/>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CCCCC"/>
              </a:solidFill>
            </a:endParaRPr>
          </a:p>
        </p:txBody>
      </p:sp>
      <p:sp>
        <p:nvSpPr>
          <p:cNvPr id="193" name="Google Shape;193;p19"/>
          <p:cNvSpPr/>
          <p:nvPr/>
        </p:nvSpPr>
        <p:spPr>
          <a:xfrm>
            <a:off x="322663" y="143078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CCCCC"/>
              </a:solidFill>
            </a:endParaRPr>
          </a:p>
        </p:txBody>
      </p:sp>
      <p:sp>
        <p:nvSpPr>
          <p:cNvPr id="194" name="Google Shape;194;p19"/>
          <p:cNvSpPr/>
          <p:nvPr/>
        </p:nvSpPr>
        <p:spPr>
          <a:xfrm>
            <a:off x="2448438" y="1750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CCCCC"/>
              </a:solidFill>
            </a:endParaRPr>
          </a:p>
        </p:txBody>
      </p:sp>
      <p:sp>
        <p:nvSpPr>
          <p:cNvPr id="195" name="Google Shape;195;p19"/>
          <p:cNvSpPr/>
          <p:nvPr/>
        </p:nvSpPr>
        <p:spPr>
          <a:xfrm>
            <a:off x="6306125" y="18083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CCCCC"/>
              </a:solidFill>
            </a:endParaRPr>
          </a:p>
        </p:txBody>
      </p:sp>
      <p:sp>
        <p:nvSpPr>
          <p:cNvPr id="196" name="Google Shape;196;p19"/>
          <p:cNvSpPr/>
          <p:nvPr/>
        </p:nvSpPr>
        <p:spPr>
          <a:xfrm>
            <a:off x="4179713" y="532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CCCCC"/>
              </a:solidFill>
            </a:endParaRPr>
          </a:p>
        </p:txBody>
      </p:sp>
      <p:cxnSp>
        <p:nvCxnSpPr>
          <p:cNvPr id="197" name="Google Shape;197;p19"/>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198" name="Google Shape;198;p19"/>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sp>
        <p:nvSpPr>
          <p:cNvPr id="199" name="Google Shape;199;p19"/>
          <p:cNvSpPr txBox="1"/>
          <p:nvPr/>
        </p:nvSpPr>
        <p:spPr>
          <a:xfrm>
            <a:off x="4658700" y="-12"/>
            <a:ext cx="4485300" cy="24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solidFill>
                  <a:schemeClr val="dk2"/>
                </a:solidFill>
                <a:latin typeface="Calibri"/>
                <a:ea typeface="Calibri"/>
                <a:cs typeface="Calibri"/>
                <a:sym typeface="Calibri"/>
              </a:rPr>
              <a:t>OPPOSITE PLAY: Trips Left 22 / Read</a:t>
            </a:r>
            <a:endParaRPr sz="1500">
              <a:solidFill>
                <a:schemeClr val="dk2"/>
              </a:solidFill>
              <a:latin typeface="Calibri"/>
              <a:ea typeface="Calibri"/>
              <a:cs typeface="Calibri"/>
              <a:sym typeface="Calibri"/>
            </a:endParaRPr>
          </a:p>
        </p:txBody>
      </p:sp>
      <p:cxnSp>
        <p:nvCxnSpPr>
          <p:cNvPr id="200" name="Google Shape;200;p19"/>
          <p:cNvCxnSpPr/>
          <p:nvPr/>
        </p:nvCxnSpPr>
        <p:spPr>
          <a:xfrm rot="10800000">
            <a:off x="7370850" y="1666250"/>
            <a:ext cx="385200" cy="1125300"/>
          </a:xfrm>
          <a:prstGeom prst="straightConnector1">
            <a:avLst/>
          </a:prstGeom>
          <a:noFill/>
          <a:ln cap="flat" cmpd="sng" w="9525">
            <a:solidFill>
              <a:srgbClr val="595959"/>
            </a:solidFill>
            <a:prstDash val="solid"/>
            <a:round/>
            <a:headEnd len="med" w="med" type="none"/>
            <a:tailEnd len="med" w="med" type="diamond"/>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4" name="Shape 204"/>
        <p:cNvGrpSpPr/>
        <p:nvPr/>
      </p:nvGrpSpPr>
      <p:grpSpPr>
        <a:xfrm>
          <a:off x="0" y="0"/>
          <a:ext cx="0" cy="0"/>
          <a:chOff x="0" y="0"/>
          <a:chExt cx="0" cy="0"/>
        </a:xfrm>
      </p:grpSpPr>
      <p:sp>
        <p:nvSpPr>
          <p:cNvPr id="205" name="Google Shape;205;p20"/>
          <p:cNvSpPr/>
          <p:nvPr/>
        </p:nvSpPr>
        <p:spPr>
          <a:xfrm>
            <a:off x="8410338"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6" name="Google Shape;206;p20"/>
          <p:cNvSpPr/>
          <p:nvPr/>
        </p:nvSpPr>
        <p:spPr>
          <a:xfrm>
            <a:off x="7458125" y="12920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7" name="Google Shape;207;p20"/>
          <p:cNvSpPr/>
          <p:nvPr/>
        </p:nvSpPr>
        <p:spPr>
          <a:xfrm>
            <a:off x="1872600"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8" name="Google Shape;208;p20"/>
          <p:cNvSpPr/>
          <p:nvPr/>
        </p:nvSpPr>
        <p:spPr>
          <a:xfrm>
            <a:off x="2663788" y="1750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9" name="Google Shape;209;p20"/>
          <p:cNvSpPr/>
          <p:nvPr/>
        </p:nvSpPr>
        <p:spPr>
          <a:xfrm>
            <a:off x="4028613" y="1750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20"/>
          <p:cNvSpPr/>
          <p:nvPr/>
        </p:nvSpPr>
        <p:spPr>
          <a:xfrm>
            <a:off x="5439850" y="172258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1" name="Google Shape;211;p20"/>
          <p:cNvSpPr txBox="1"/>
          <p:nvPr/>
        </p:nvSpPr>
        <p:spPr>
          <a:xfrm>
            <a:off x="0" y="0"/>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TRIPS 22 Trap</a:t>
            </a:r>
            <a:endParaRPr sz="4120">
              <a:solidFill>
                <a:srgbClr val="CCCCCC"/>
              </a:solidFill>
              <a:latin typeface="Oswald"/>
              <a:ea typeface="Oswald"/>
              <a:cs typeface="Oswald"/>
              <a:sym typeface="Oswald"/>
            </a:endParaRPr>
          </a:p>
          <a:p>
            <a:pPr indent="0" lvl="0" marL="0" rtl="0" algn="l">
              <a:spcBef>
                <a:spcPts val="0"/>
              </a:spcBef>
              <a:spcAft>
                <a:spcPts val="0"/>
              </a:spcAft>
              <a:buNone/>
            </a:pPr>
            <a:r>
              <a:t/>
            </a:r>
            <a:endParaRPr sz="4120">
              <a:solidFill>
                <a:srgbClr val="CCCCCC"/>
              </a:solidFill>
              <a:latin typeface="Oswald"/>
              <a:ea typeface="Oswald"/>
              <a:cs typeface="Oswald"/>
              <a:sym typeface="Oswald"/>
            </a:endParaRPr>
          </a:p>
        </p:txBody>
      </p:sp>
      <p:sp>
        <p:nvSpPr>
          <p:cNvPr id="212" name="Google Shape;212;p20"/>
          <p:cNvSpPr/>
          <p:nvPr/>
        </p:nvSpPr>
        <p:spPr>
          <a:xfrm>
            <a:off x="6411463" y="1808350"/>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3" name="Google Shape;213;p20"/>
          <p:cNvSpPr/>
          <p:nvPr/>
        </p:nvSpPr>
        <p:spPr>
          <a:xfrm>
            <a:off x="322663" y="143078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4" name="Google Shape;214;p20"/>
          <p:cNvSpPr/>
          <p:nvPr/>
        </p:nvSpPr>
        <p:spPr>
          <a:xfrm>
            <a:off x="3507025" y="9827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 name="Google Shape;215;p20"/>
          <p:cNvSpPr/>
          <p:nvPr/>
        </p:nvSpPr>
        <p:spPr>
          <a:xfrm>
            <a:off x="5141475" y="925650"/>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 name="Google Shape;216;p20"/>
          <p:cNvSpPr/>
          <p:nvPr/>
        </p:nvSpPr>
        <p:spPr>
          <a:xfrm>
            <a:off x="4444425" y="284925"/>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7" name="Google Shape;217;p20"/>
          <p:cNvSpPr/>
          <p:nvPr/>
        </p:nvSpPr>
        <p:spPr>
          <a:xfrm>
            <a:off x="4444432" y="22162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0"/>
          <p:cNvSpPr/>
          <p:nvPr/>
        </p:nvSpPr>
        <p:spPr>
          <a:xfrm>
            <a:off x="5103472"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0"/>
          <p:cNvSpPr/>
          <p:nvPr/>
        </p:nvSpPr>
        <p:spPr>
          <a:xfrm>
            <a:off x="5860649"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0"/>
          <p:cNvSpPr/>
          <p:nvPr/>
        </p:nvSpPr>
        <p:spPr>
          <a:xfrm>
            <a:off x="2930077"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0"/>
          <p:cNvSpPr/>
          <p:nvPr/>
        </p:nvSpPr>
        <p:spPr>
          <a:xfrm>
            <a:off x="3687254"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0"/>
          <p:cNvSpPr/>
          <p:nvPr/>
        </p:nvSpPr>
        <p:spPr>
          <a:xfrm>
            <a:off x="6446855" y="27805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223" name="Google Shape;223;p20"/>
          <p:cNvSpPr/>
          <p:nvPr/>
        </p:nvSpPr>
        <p:spPr>
          <a:xfrm>
            <a:off x="7713993" y="2785696"/>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224" name="Google Shape;224;p20"/>
          <p:cNvSpPr/>
          <p:nvPr/>
        </p:nvSpPr>
        <p:spPr>
          <a:xfrm>
            <a:off x="8559695" y="2151138"/>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225" name="Google Shape;225;p20"/>
          <p:cNvSpPr/>
          <p:nvPr/>
        </p:nvSpPr>
        <p:spPr>
          <a:xfrm>
            <a:off x="4595792" y="3763347"/>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226" name="Google Shape;226;p20"/>
          <p:cNvSpPr/>
          <p:nvPr/>
        </p:nvSpPr>
        <p:spPr>
          <a:xfrm>
            <a:off x="5110937" y="3802248"/>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227" name="Google Shape;227;p20"/>
          <p:cNvSpPr/>
          <p:nvPr/>
        </p:nvSpPr>
        <p:spPr>
          <a:xfrm>
            <a:off x="252761" y="2216385"/>
            <a:ext cx="332949" cy="492031"/>
          </a:xfrm>
          <a:prstGeom prst="rect">
            <a:avLst/>
          </a:prstGeom>
        </p:spPr>
        <p:txBody>
          <a:bodyPr>
            <a:prstTxWarp prst="textPlain"/>
          </a:bodyPr>
          <a:lstStyle/>
          <a:p>
            <a:pPr lvl="0" algn="ctr"/>
            <a:r>
              <a:rPr b="0" i="0">
                <a:ln>
                  <a:noFill/>
                </a:ln>
                <a:solidFill>
                  <a:schemeClr val="accent1"/>
                </a:solidFill>
                <a:latin typeface="Arial"/>
              </a:rPr>
              <a:t>5</a:t>
            </a:r>
          </a:p>
        </p:txBody>
      </p:sp>
      <p:sp>
        <p:nvSpPr>
          <p:cNvPr id="228" name="Google Shape;228;p20"/>
          <p:cNvSpPr/>
          <p:nvPr/>
        </p:nvSpPr>
        <p:spPr>
          <a:xfrm>
            <a:off x="710575" y="1519250"/>
            <a:ext cx="1668175" cy="834075"/>
          </a:xfrm>
          <a:custGeom>
            <a:rect b="b" l="l" r="r" t="t"/>
            <a:pathLst>
              <a:path extrusionOk="0" h="33363" w="66727">
                <a:moveTo>
                  <a:pt x="0" y="33363"/>
                </a:moveTo>
                <a:cubicBezTo>
                  <a:pt x="8457" y="30641"/>
                  <a:pt x="39619" y="22590"/>
                  <a:pt x="50740" y="17029"/>
                </a:cubicBezTo>
                <a:cubicBezTo>
                  <a:pt x="61861" y="11469"/>
                  <a:pt x="64063" y="2838"/>
                  <a:pt x="66727" y="0"/>
                </a:cubicBezTo>
              </a:path>
            </a:pathLst>
          </a:custGeom>
          <a:noFill/>
          <a:ln cap="flat" cmpd="sng" w="9525">
            <a:solidFill>
              <a:schemeClr val="dk2"/>
            </a:solidFill>
            <a:prstDash val="solid"/>
            <a:round/>
            <a:headEnd len="med" w="med" type="none"/>
            <a:tailEnd len="med" w="med" type="diamond"/>
          </a:ln>
        </p:spPr>
      </p:sp>
      <p:cxnSp>
        <p:nvCxnSpPr>
          <p:cNvPr id="229" name="Google Shape;229;p20"/>
          <p:cNvCxnSpPr/>
          <p:nvPr/>
        </p:nvCxnSpPr>
        <p:spPr>
          <a:xfrm rot="10800000">
            <a:off x="7197300" y="1469663"/>
            <a:ext cx="689700" cy="1182300"/>
          </a:xfrm>
          <a:prstGeom prst="straightConnector1">
            <a:avLst/>
          </a:prstGeom>
          <a:noFill/>
          <a:ln cap="flat" cmpd="sng" w="9525">
            <a:solidFill>
              <a:schemeClr val="dk2"/>
            </a:solidFill>
            <a:prstDash val="solid"/>
            <a:round/>
            <a:headEnd len="med" w="med" type="none"/>
            <a:tailEnd len="med" w="med" type="diamond"/>
          </a:ln>
        </p:spPr>
      </p:cxnSp>
      <p:cxnSp>
        <p:nvCxnSpPr>
          <p:cNvPr id="230" name="Google Shape;230;p20"/>
          <p:cNvCxnSpPr/>
          <p:nvPr/>
        </p:nvCxnSpPr>
        <p:spPr>
          <a:xfrm rot="10800000">
            <a:off x="8337675" y="1484963"/>
            <a:ext cx="396900" cy="581100"/>
          </a:xfrm>
          <a:prstGeom prst="straightConnector1">
            <a:avLst/>
          </a:prstGeom>
          <a:noFill/>
          <a:ln cap="flat" cmpd="sng" w="9525">
            <a:solidFill>
              <a:schemeClr val="dk2"/>
            </a:solidFill>
            <a:prstDash val="solid"/>
            <a:round/>
            <a:headEnd len="med" w="med" type="none"/>
            <a:tailEnd len="med" w="med" type="diamond"/>
          </a:ln>
        </p:spPr>
      </p:cxnSp>
      <p:sp>
        <p:nvSpPr>
          <p:cNvPr id="231" name="Google Shape;231;p20"/>
          <p:cNvSpPr/>
          <p:nvPr/>
        </p:nvSpPr>
        <p:spPr>
          <a:xfrm flipH="1">
            <a:off x="4734004" y="3093649"/>
            <a:ext cx="328771" cy="989754"/>
          </a:xfrm>
          <a:custGeom>
            <a:rect b="b" l="l" r="r" t="t"/>
            <a:pathLst>
              <a:path extrusionOk="0" h="33916" w="116379">
                <a:moveTo>
                  <a:pt x="0" y="29440"/>
                </a:moveTo>
                <a:cubicBezTo>
                  <a:pt x="10102" y="29902"/>
                  <a:pt x="41218" y="37118"/>
                  <a:pt x="60614" y="32211"/>
                </a:cubicBezTo>
                <a:cubicBezTo>
                  <a:pt x="80011" y="27304"/>
                  <a:pt x="107085" y="5369"/>
                  <a:pt x="116379" y="0"/>
                </a:cubicBezTo>
              </a:path>
            </a:pathLst>
          </a:custGeom>
          <a:noFill/>
          <a:ln cap="flat" cmpd="sng" w="38100">
            <a:solidFill>
              <a:schemeClr val="dk2"/>
            </a:solidFill>
            <a:prstDash val="solid"/>
            <a:round/>
            <a:headEnd len="med" w="med" type="none"/>
            <a:tailEnd len="med" w="med" type="triangle"/>
          </a:ln>
        </p:spPr>
      </p:sp>
      <p:cxnSp>
        <p:nvCxnSpPr>
          <p:cNvPr id="232" name="Google Shape;232;p20"/>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233" name="Google Shape;233;p20"/>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sp>
        <p:nvSpPr>
          <p:cNvPr id="234" name="Google Shape;234;p20"/>
          <p:cNvSpPr txBox="1"/>
          <p:nvPr/>
        </p:nvSpPr>
        <p:spPr>
          <a:xfrm>
            <a:off x="4658700" y="-12"/>
            <a:ext cx="4485300" cy="24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solidFill>
                  <a:schemeClr val="dk2"/>
                </a:solidFill>
                <a:latin typeface="Calibri"/>
                <a:ea typeface="Calibri"/>
                <a:cs typeface="Calibri"/>
                <a:sym typeface="Calibri"/>
              </a:rPr>
              <a:t>OPPOSITE PLAY: Trips Left 22 Trap</a:t>
            </a:r>
            <a:endParaRPr sz="1500">
              <a:solidFill>
                <a:schemeClr val="dk2"/>
              </a:solidFill>
              <a:latin typeface="Calibri"/>
              <a:ea typeface="Calibri"/>
              <a:cs typeface="Calibri"/>
              <a:sym typeface="Calibri"/>
            </a:endParaRPr>
          </a:p>
        </p:txBody>
      </p:sp>
      <p:cxnSp>
        <p:nvCxnSpPr>
          <p:cNvPr id="235" name="Google Shape;235;p20"/>
          <p:cNvCxnSpPr/>
          <p:nvPr/>
        </p:nvCxnSpPr>
        <p:spPr>
          <a:xfrm flipH="1" rot="10800000">
            <a:off x="6198062" y="1681350"/>
            <a:ext cx="834900" cy="526500"/>
          </a:xfrm>
          <a:prstGeom prst="straightConnector1">
            <a:avLst/>
          </a:prstGeom>
          <a:noFill/>
          <a:ln cap="flat" cmpd="sng" w="9525">
            <a:solidFill>
              <a:schemeClr val="dk2"/>
            </a:solidFill>
            <a:prstDash val="solid"/>
            <a:round/>
            <a:headEnd len="med" w="med" type="none"/>
            <a:tailEnd len="med" w="med" type="triangle"/>
          </a:ln>
        </p:spPr>
      </p:cxnSp>
      <p:cxnSp>
        <p:nvCxnSpPr>
          <p:cNvPr id="236" name="Google Shape;236;p20"/>
          <p:cNvCxnSpPr>
            <a:endCxn id="210" idx="0"/>
          </p:cNvCxnSpPr>
          <p:nvPr/>
        </p:nvCxnSpPr>
        <p:spPr>
          <a:xfrm flipH="1" rot="10800000">
            <a:off x="4687600" y="1722588"/>
            <a:ext cx="926400" cy="468600"/>
          </a:xfrm>
          <a:prstGeom prst="straightConnector1">
            <a:avLst/>
          </a:prstGeom>
          <a:noFill/>
          <a:ln cap="flat" cmpd="sng" w="9525">
            <a:solidFill>
              <a:schemeClr val="dk2"/>
            </a:solidFill>
            <a:prstDash val="solid"/>
            <a:round/>
            <a:headEnd len="med" w="med" type="none"/>
            <a:tailEnd len="med" w="med" type="triangle"/>
          </a:ln>
        </p:spPr>
      </p:cxnSp>
      <p:cxnSp>
        <p:nvCxnSpPr>
          <p:cNvPr id="237" name="Google Shape;237;p20"/>
          <p:cNvCxnSpPr/>
          <p:nvPr/>
        </p:nvCxnSpPr>
        <p:spPr>
          <a:xfrm flipH="1" rot="10800000">
            <a:off x="3981651" y="1764325"/>
            <a:ext cx="413400" cy="426900"/>
          </a:xfrm>
          <a:prstGeom prst="straightConnector1">
            <a:avLst/>
          </a:prstGeom>
          <a:noFill/>
          <a:ln cap="flat" cmpd="sng" w="9525">
            <a:solidFill>
              <a:schemeClr val="dk2"/>
            </a:solidFill>
            <a:prstDash val="solid"/>
            <a:round/>
            <a:headEnd len="med" w="med" type="none"/>
            <a:tailEnd len="med" w="med" type="triangle"/>
          </a:ln>
        </p:spPr>
      </p:cxnSp>
      <p:cxnSp>
        <p:nvCxnSpPr>
          <p:cNvPr id="238" name="Google Shape;238;p20"/>
          <p:cNvCxnSpPr/>
          <p:nvPr/>
        </p:nvCxnSpPr>
        <p:spPr>
          <a:xfrm flipH="1" rot="10800000">
            <a:off x="3287013" y="1680600"/>
            <a:ext cx="419700" cy="552600"/>
          </a:xfrm>
          <a:prstGeom prst="straightConnector1">
            <a:avLst/>
          </a:prstGeom>
          <a:noFill/>
          <a:ln cap="flat" cmpd="sng" w="9525">
            <a:solidFill>
              <a:schemeClr val="dk2"/>
            </a:solidFill>
            <a:prstDash val="solid"/>
            <a:round/>
            <a:headEnd len="med" w="med" type="none"/>
            <a:tailEnd len="med" w="med" type="triangle"/>
          </a:ln>
        </p:spPr>
      </p:cxnSp>
      <p:sp>
        <p:nvSpPr>
          <p:cNvPr id="239" name="Google Shape;239;p20"/>
          <p:cNvSpPr/>
          <p:nvPr/>
        </p:nvSpPr>
        <p:spPr>
          <a:xfrm>
            <a:off x="4376925" y="1616813"/>
            <a:ext cx="1083031" cy="1397571"/>
          </a:xfrm>
          <a:custGeom>
            <a:rect b="b" l="l" r="r" t="t"/>
            <a:pathLst>
              <a:path extrusionOk="0" h="50304" w="33232">
                <a:moveTo>
                  <a:pt x="33232" y="38369"/>
                </a:moveTo>
                <a:cubicBezTo>
                  <a:pt x="29154" y="40081"/>
                  <a:pt x="14300" y="55035"/>
                  <a:pt x="8761" y="48640"/>
                </a:cubicBezTo>
                <a:cubicBezTo>
                  <a:pt x="3222" y="42245"/>
                  <a:pt x="1460" y="8107"/>
                  <a:pt x="0" y="0"/>
                </a:cubicBezTo>
              </a:path>
            </a:pathLst>
          </a:custGeom>
          <a:noFill/>
          <a:ln cap="flat" cmpd="sng" w="9525">
            <a:solidFill>
              <a:schemeClr val="dk2"/>
            </a:solidFill>
            <a:prstDash val="solid"/>
            <a:round/>
            <a:headEnd len="med" w="med" type="none"/>
            <a:tailEnd len="med" w="med" type="stealth"/>
          </a:ln>
        </p:spPr>
      </p:sp>
      <p:sp>
        <p:nvSpPr>
          <p:cNvPr id="240" name="Google Shape;240;p20"/>
          <p:cNvSpPr/>
          <p:nvPr/>
        </p:nvSpPr>
        <p:spPr>
          <a:xfrm>
            <a:off x="4732572" y="1477350"/>
            <a:ext cx="1656425" cy="1758150"/>
          </a:xfrm>
          <a:custGeom>
            <a:rect b="b" l="l" r="r" t="t"/>
            <a:pathLst>
              <a:path extrusionOk="0" h="70326" w="66257">
                <a:moveTo>
                  <a:pt x="66257" y="63142"/>
                </a:moveTo>
                <a:cubicBezTo>
                  <a:pt x="55884" y="63646"/>
                  <a:pt x="13991" y="76687"/>
                  <a:pt x="4021" y="66163"/>
                </a:cubicBezTo>
                <a:cubicBezTo>
                  <a:pt x="-5949" y="55639"/>
                  <a:pt x="6035" y="11027"/>
                  <a:pt x="6438" y="0"/>
                </a:cubicBezTo>
              </a:path>
            </a:pathLst>
          </a:custGeom>
          <a:noFill/>
          <a:ln cap="flat" cmpd="sng" w="9525">
            <a:solidFill>
              <a:schemeClr val="dk2"/>
            </a:solidFill>
            <a:prstDash val="solid"/>
            <a:round/>
            <a:headEnd len="med" w="med" type="none"/>
            <a:tailEnd len="med" w="med" type="stealth"/>
          </a:ln>
        </p:spPr>
      </p:sp>
      <p:sp>
        <p:nvSpPr>
          <p:cNvPr id="241" name="Google Shape;241;p20"/>
          <p:cNvSpPr/>
          <p:nvPr/>
        </p:nvSpPr>
        <p:spPr>
          <a:xfrm>
            <a:off x="4885975" y="3992450"/>
            <a:ext cx="2250750" cy="484575"/>
          </a:xfrm>
          <a:custGeom>
            <a:rect b="b" l="l" r="r" t="t"/>
            <a:pathLst>
              <a:path extrusionOk="0" h="19383" w="90030">
                <a:moveTo>
                  <a:pt x="0" y="12085"/>
                </a:moveTo>
                <a:cubicBezTo>
                  <a:pt x="5589" y="13243"/>
                  <a:pt x="18529" y="21047"/>
                  <a:pt x="33534" y="19033"/>
                </a:cubicBezTo>
                <a:cubicBezTo>
                  <a:pt x="48539" y="17019"/>
                  <a:pt x="80614" y="3172"/>
                  <a:pt x="90030" y="0"/>
                </a:cubicBezTo>
              </a:path>
            </a:pathLst>
          </a:custGeom>
          <a:noFill/>
          <a:ln cap="flat" cmpd="sng" w="9525">
            <a:solidFill>
              <a:schemeClr val="dk2"/>
            </a:solidFill>
            <a:prstDash val="solid"/>
            <a:round/>
            <a:headEnd len="med" w="med" type="none"/>
            <a:tailEnd len="med" w="med" type="stealth"/>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5" name="Shape 245"/>
        <p:cNvGrpSpPr/>
        <p:nvPr/>
      </p:nvGrpSpPr>
      <p:grpSpPr>
        <a:xfrm>
          <a:off x="0" y="0"/>
          <a:ext cx="0" cy="0"/>
          <a:chOff x="0" y="0"/>
          <a:chExt cx="0" cy="0"/>
        </a:xfrm>
      </p:grpSpPr>
      <p:sp>
        <p:nvSpPr>
          <p:cNvPr id="246" name="Google Shape;246;p21"/>
          <p:cNvSpPr/>
          <p:nvPr/>
        </p:nvSpPr>
        <p:spPr>
          <a:xfrm>
            <a:off x="8410338"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 name="Google Shape;247;p21"/>
          <p:cNvSpPr/>
          <p:nvPr/>
        </p:nvSpPr>
        <p:spPr>
          <a:xfrm>
            <a:off x="7426050"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8" name="Google Shape;248;p21"/>
          <p:cNvSpPr/>
          <p:nvPr/>
        </p:nvSpPr>
        <p:spPr>
          <a:xfrm>
            <a:off x="1966788"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9" name="Google Shape;249;p21"/>
          <p:cNvSpPr/>
          <p:nvPr/>
        </p:nvSpPr>
        <p:spPr>
          <a:xfrm>
            <a:off x="2693863" y="1750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0" name="Google Shape;250;p21"/>
          <p:cNvSpPr/>
          <p:nvPr/>
        </p:nvSpPr>
        <p:spPr>
          <a:xfrm>
            <a:off x="4028613" y="1750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1" name="Google Shape;251;p21"/>
          <p:cNvSpPr/>
          <p:nvPr/>
        </p:nvSpPr>
        <p:spPr>
          <a:xfrm>
            <a:off x="5439850" y="172258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2" name="Google Shape;252;p21"/>
          <p:cNvSpPr txBox="1"/>
          <p:nvPr/>
        </p:nvSpPr>
        <p:spPr>
          <a:xfrm>
            <a:off x="0" y="0"/>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TRIPS FLIP 26</a:t>
            </a:r>
            <a:endParaRPr sz="4120">
              <a:solidFill>
                <a:srgbClr val="CCCCCC"/>
              </a:solidFill>
              <a:latin typeface="Oswald"/>
              <a:ea typeface="Oswald"/>
              <a:cs typeface="Oswald"/>
              <a:sym typeface="Oswald"/>
            </a:endParaRPr>
          </a:p>
        </p:txBody>
      </p:sp>
      <p:sp>
        <p:nvSpPr>
          <p:cNvPr id="253" name="Google Shape;253;p21"/>
          <p:cNvSpPr/>
          <p:nvPr/>
        </p:nvSpPr>
        <p:spPr>
          <a:xfrm>
            <a:off x="6411463" y="1808350"/>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4" name="Google Shape;254;p21"/>
          <p:cNvSpPr/>
          <p:nvPr/>
        </p:nvSpPr>
        <p:spPr>
          <a:xfrm>
            <a:off x="352738" y="143078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5" name="Google Shape;255;p21"/>
          <p:cNvSpPr/>
          <p:nvPr/>
        </p:nvSpPr>
        <p:spPr>
          <a:xfrm>
            <a:off x="3422538" y="12111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6" name="Google Shape;256;p21"/>
          <p:cNvSpPr/>
          <p:nvPr/>
        </p:nvSpPr>
        <p:spPr>
          <a:xfrm>
            <a:off x="5009738" y="12111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7" name="Google Shape;257;p21"/>
          <p:cNvSpPr/>
          <p:nvPr/>
        </p:nvSpPr>
        <p:spPr>
          <a:xfrm>
            <a:off x="4261163" y="4273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8" name="Google Shape;258;p21"/>
          <p:cNvSpPr/>
          <p:nvPr/>
        </p:nvSpPr>
        <p:spPr>
          <a:xfrm>
            <a:off x="4444432" y="22162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1"/>
          <p:cNvSpPr/>
          <p:nvPr/>
        </p:nvSpPr>
        <p:spPr>
          <a:xfrm>
            <a:off x="5103472"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1"/>
          <p:cNvSpPr/>
          <p:nvPr/>
        </p:nvSpPr>
        <p:spPr>
          <a:xfrm>
            <a:off x="5860649"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1"/>
          <p:cNvSpPr/>
          <p:nvPr/>
        </p:nvSpPr>
        <p:spPr>
          <a:xfrm>
            <a:off x="2930077"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1"/>
          <p:cNvSpPr/>
          <p:nvPr/>
        </p:nvSpPr>
        <p:spPr>
          <a:xfrm>
            <a:off x="3687254"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1"/>
          <p:cNvSpPr/>
          <p:nvPr/>
        </p:nvSpPr>
        <p:spPr>
          <a:xfrm>
            <a:off x="6446855" y="27805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264" name="Google Shape;264;p21"/>
          <p:cNvSpPr/>
          <p:nvPr/>
        </p:nvSpPr>
        <p:spPr>
          <a:xfrm>
            <a:off x="7713993" y="2785696"/>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265" name="Google Shape;265;p21"/>
          <p:cNvSpPr/>
          <p:nvPr/>
        </p:nvSpPr>
        <p:spPr>
          <a:xfrm>
            <a:off x="8559695" y="2151138"/>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266" name="Google Shape;266;p21"/>
          <p:cNvSpPr/>
          <p:nvPr/>
        </p:nvSpPr>
        <p:spPr>
          <a:xfrm>
            <a:off x="4595792" y="3763347"/>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267" name="Google Shape;267;p21"/>
          <p:cNvSpPr/>
          <p:nvPr/>
        </p:nvSpPr>
        <p:spPr>
          <a:xfrm>
            <a:off x="4055062" y="3793598"/>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268" name="Google Shape;268;p21"/>
          <p:cNvSpPr/>
          <p:nvPr/>
        </p:nvSpPr>
        <p:spPr>
          <a:xfrm>
            <a:off x="252761" y="2216385"/>
            <a:ext cx="332949" cy="492031"/>
          </a:xfrm>
          <a:prstGeom prst="rect">
            <a:avLst/>
          </a:prstGeom>
        </p:spPr>
        <p:txBody>
          <a:bodyPr>
            <a:prstTxWarp prst="textPlain"/>
          </a:bodyPr>
          <a:lstStyle/>
          <a:p>
            <a:pPr lvl="0" algn="ctr"/>
            <a:r>
              <a:rPr b="0" i="0">
                <a:ln>
                  <a:noFill/>
                </a:ln>
                <a:solidFill>
                  <a:schemeClr val="accent1"/>
                </a:solidFill>
                <a:latin typeface="Arial"/>
              </a:rPr>
              <a:t>5</a:t>
            </a:r>
          </a:p>
        </p:txBody>
      </p:sp>
      <p:sp>
        <p:nvSpPr>
          <p:cNvPr id="269" name="Google Shape;269;p21"/>
          <p:cNvSpPr/>
          <p:nvPr/>
        </p:nvSpPr>
        <p:spPr>
          <a:xfrm flipH="1">
            <a:off x="4489968" y="2996225"/>
            <a:ext cx="1311750" cy="660329"/>
          </a:xfrm>
          <a:custGeom>
            <a:rect b="b" l="l" r="r" t="t"/>
            <a:pathLst>
              <a:path extrusionOk="0" h="28150" w="33363">
                <a:moveTo>
                  <a:pt x="33363" y="28150"/>
                </a:moveTo>
                <a:cubicBezTo>
                  <a:pt x="30004" y="25949"/>
                  <a:pt x="18767" y="19636"/>
                  <a:pt x="13206" y="14944"/>
                </a:cubicBezTo>
                <a:cubicBezTo>
                  <a:pt x="7646" y="10252"/>
                  <a:pt x="2201" y="2491"/>
                  <a:pt x="0" y="0"/>
                </a:cubicBezTo>
              </a:path>
            </a:pathLst>
          </a:custGeom>
          <a:noFill/>
          <a:ln cap="flat" cmpd="sng" w="38100">
            <a:solidFill>
              <a:schemeClr val="dk2"/>
            </a:solidFill>
            <a:prstDash val="solid"/>
            <a:round/>
            <a:headEnd len="med" w="med" type="none"/>
            <a:tailEnd len="med" w="med" type="triangle"/>
          </a:ln>
        </p:spPr>
      </p:sp>
      <p:sp>
        <p:nvSpPr>
          <p:cNvPr id="270" name="Google Shape;270;p21"/>
          <p:cNvSpPr/>
          <p:nvPr/>
        </p:nvSpPr>
        <p:spPr>
          <a:xfrm>
            <a:off x="710575" y="1519250"/>
            <a:ext cx="1668175" cy="834075"/>
          </a:xfrm>
          <a:custGeom>
            <a:rect b="b" l="l" r="r" t="t"/>
            <a:pathLst>
              <a:path extrusionOk="0" h="33363" w="66727">
                <a:moveTo>
                  <a:pt x="0" y="33363"/>
                </a:moveTo>
                <a:cubicBezTo>
                  <a:pt x="8457" y="30641"/>
                  <a:pt x="39619" y="22590"/>
                  <a:pt x="50740" y="17029"/>
                </a:cubicBezTo>
                <a:cubicBezTo>
                  <a:pt x="61861" y="11469"/>
                  <a:pt x="64063" y="2838"/>
                  <a:pt x="66727" y="0"/>
                </a:cubicBezTo>
              </a:path>
            </a:pathLst>
          </a:custGeom>
          <a:noFill/>
          <a:ln cap="flat" cmpd="sng" w="9525">
            <a:solidFill>
              <a:schemeClr val="dk2"/>
            </a:solidFill>
            <a:prstDash val="solid"/>
            <a:round/>
            <a:headEnd len="med" w="med" type="none"/>
            <a:tailEnd len="med" w="med" type="diamond"/>
          </a:ln>
        </p:spPr>
      </p:sp>
      <p:cxnSp>
        <p:nvCxnSpPr>
          <p:cNvPr id="271" name="Google Shape;271;p21"/>
          <p:cNvCxnSpPr>
            <a:endCxn id="247" idx="3"/>
          </p:cNvCxnSpPr>
          <p:nvPr/>
        </p:nvCxnSpPr>
        <p:spPr>
          <a:xfrm rot="10800000">
            <a:off x="7600200" y="1750463"/>
            <a:ext cx="286800" cy="901500"/>
          </a:xfrm>
          <a:prstGeom prst="straightConnector1">
            <a:avLst/>
          </a:prstGeom>
          <a:noFill/>
          <a:ln cap="flat" cmpd="sng" w="9525">
            <a:solidFill>
              <a:schemeClr val="dk2"/>
            </a:solidFill>
            <a:prstDash val="solid"/>
            <a:round/>
            <a:headEnd len="med" w="med" type="none"/>
            <a:tailEnd len="med" w="med" type="diamond"/>
          </a:ln>
        </p:spPr>
      </p:cxnSp>
      <p:cxnSp>
        <p:nvCxnSpPr>
          <p:cNvPr id="272" name="Google Shape;272;p21"/>
          <p:cNvCxnSpPr/>
          <p:nvPr/>
        </p:nvCxnSpPr>
        <p:spPr>
          <a:xfrm rot="10800000">
            <a:off x="8621825" y="1353450"/>
            <a:ext cx="112800" cy="712500"/>
          </a:xfrm>
          <a:prstGeom prst="straightConnector1">
            <a:avLst/>
          </a:prstGeom>
          <a:noFill/>
          <a:ln cap="flat" cmpd="sng" w="9525">
            <a:solidFill>
              <a:schemeClr val="dk2"/>
            </a:solidFill>
            <a:prstDash val="solid"/>
            <a:round/>
            <a:headEnd len="med" w="med" type="none"/>
            <a:tailEnd len="med" w="med" type="diamond"/>
          </a:ln>
        </p:spPr>
      </p:cxnSp>
      <p:cxnSp>
        <p:nvCxnSpPr>
          <p:cNvPr id="273" name="Google Shape;273;p21"/>
          <p:cNvCxnSpPr/>
          <p:nvPr/>
        </p:nvCxnSpPr>
        <p:spPr>
          <a:xfrm flipH="1" rot="10800000">
            <a:off x="6198062" y="1681350"/>
            <a:ext cx="834900" cy="526500"/>
          </a:xfrm>
          <a:prstGeom prst="straightConnector1">
            <a:avLst/>
          </a:prstGeom>
          <a:noFill/>
          <a:ln cap="flat" cmpd="sng" w="9525">
            <a:solidFill>
              <a:schemeClr val="dk2"/>
            </a:solidFill>
            <a:prstDash val="solid"/>
            <a:round/>
            <a:headEnd len="med" w="med" type="none"/>
            <a:tailEnd len="med" w="med" type="triangle"/>
          </a:ln>
        </p:spPr>
      </p:cxnSp>
      <p:cxnSp>
        <p:nvCxnSpPr>
          <p:cNvPr id="274" name="Google Shape;274;p21"/>
          <p:cNvCxnSpPr/>
          <p:nvPr/>
        </p:nvCxnSpPr>
        <p:spPr>
          <a:xfrm flipH="1" rot="10800000">
            <a:off x="5363383" y="1681350"/>
            <a:ext cx="834900" cy="526500"/>
          </a:xfrm>
          <a:prstGeom prst="straightConnector1">
            <a:avLst/>
          </a:prstGeom>
          <a:noFill/>
          <a:ln cap="flat" cmpd="sng" w="9525">
            <a:solidFill>
              <a:schemeClr val="dk2"/>
            </a:solidFill>
            <a:prstDash val="solid"/>
            <a:round/>
            <a:headEnd len="med" w="med" type="none"/>
            <a:tailEnd len="med" w="med" type="triangle"/>
          </a:ln>
        </p:spPr>
      </p:cxnSp>
      <p:cxnSp>
        <p:nvCxnSpPr>
          <p:cNvPr id="275" name="Google Shape;275;p21"/>
          <p:cNvCxnSpPr/>
          <p:nvPr/>
        </p:nvCxnSpPr>
        <p:spPr>
          <a:xfrm flipH="1" rot="10800000">
            <a:off x="4687581" y="1664725"/>
            <a:ext cx="834900" cy="526500"/>
          </a:xfrm>
          <a:prstGeom prst="straightConnector1">
            <a:avLst/>
          </a:prstGeom>
          <a:noFill/>
          <a:ln cap="flat" cmpd="sng" w="9525">
            <a:solidFill>
              <a:schemeClr val="dk2"/>
            </a:solidFill>
            <a:prstDash val="solid"/>
            <a:round/>
            <a:headEnd len="med" w="med" type="none"/>
            <a:tailEnd len="med" w="med" type="triangle"/>
          </a:ln>
        </p:spPr>
      </p:cxnSp>
      <p:cxnSp>
        <p:nvCxnSpPr>
          <p:cNvPr id="276" name="Google Shape;276;p21"/>
          <p:cNvCxnSpPr/>
          <p:nvPr/>
        </p:nvCxnSpPr>
        <p:spPr>
          <a:xfrm flipH="1" rot="10800000">
            <a:off x="3981651" y="1664725"/>
            <a:ext cx="834900" cy="526500"/>
          </a:xfrm>
          <a:prstGeom prst="straightConnector1">
            <a:avLst/>
          </a:prstGeom>
          <a:noFill/>
          <a:ln cap="flat" cmpd="sng" w="9525">
            <a:solidFill>
              <a:schemeClr val="dk2"/>
            </a:solidFill>
            <a:prstDash val="solid"/>
            <a:round/>
            <a:headEnd len="med" w="med" type="none"/>
            <a:tailEnd len="med" w="med" type="triangle"/>
          </a:ln>
        </p:spPr>
      </p:cxnSp>
      <p:cxnSp>
        <p:nvCxnSpPr>
          <p:cNvPr id="277" name="Google Shape;277;p21"/>
          <p:cNvCxnSpPr/>
          <p:nvPr/>
        </p:nvCxnSpPr>
        <p:spPr>
          <a:xfrm flipH="1" rot="10800000">
            <a:off x="3177099" y="1681350"/>
            <a:ext cx="834900" cy="526500"/>
          </a:xfrm>
          <a:prstGeom prst="straightConnector1">
            <a:avLst/>
          </a:prstGeom>
          <a:noFill/>
          <a:ln cap="flat" cmpd="sng" w="9525">
            <a:solidFill>
              <a:schemeClr val="dk2"/>
            </a:solidFill>
            <a:prstDash val="solid"/>
            <a:round/>
            <a:headEnd len="med" w="med" type="none"/>
            <a:tailEnd len="med" w="med" type="triangle"/>
          </a:ln>
        </p:spPr>
      </p:cxnSp>
      <p:cxnSp>
        <p:nvCxnSpPr>
          <p:cNvPr id="278" name="Google Shape;278;p21"/>
          <p:cNvCxnSpPr>
            <a:endCxn id="253" idx="4"/>
          </p:cNvCxnSpPr>
          <p:nvPr/>
        </p:nvCxnSpPr>
        <p:spPr>
          <a:xfrm flipH="1" rot="10800000">
            <a:off x="6670663" y="2252350"/>
            <a:ext cx="89100" cy="439800"/>
          </a:xfrm>
          <a:prstGeom prst="straightConnector1">
            <a:avLst/>
          </a:prstGeom>
          <a:noFill/>
          <a:ln cap="flat" cmpd="sng" w="9525">
            <a:solidFill>
              <a:schemeClr val="dk2"/>
            </a:solidFill>
            <a:prstDash val="solid"/>
            <a:round/>
            <a:headEnd len="med" w="med" type="none"/>
            <a:tailEnd len="med" w="med" type="diamond"/>
          </a:ln>
        </p:spPr>
      </p:cxnSp>
      <p:sp>
        <p:nvSpPr>
          <p:cNvPr id="279" name="Google Shape;279;p21"/>
          <p:cNvSpPr/>
          <p:nvPr/>
        </p:nvSpPr>
        <p:spPr>
          <a:xfrm>
            <a:off x="2415875" y="4026475"/>
            <a:ext cx="2312000" cy="405050"/>
          </a:xfrm>
          <a:custGeom>
            <a:rect b="b" l="l" r="r" t="t"/>
            <a:pathLst>
              <a:path extrusionOk="0" h="16202" w="92480">
                <a:moveTo>
                  <a:pt x="92480" y="12469"/>
                </a:moveTo>
                <a:cubicBezTo>
                  <a:pt x="90113" y="12989"/>
                  <a:pt x="93692" y="17664"/>
                  <a:pt x="78279" y="15586"/>
                </a:cubicBezTo>
                <a:cubicBezTo>
                  <a:pt x="62866" y="13508"/>
                  <a:pt x="13047" y="2598"/>
                  <a:pt x="0" y="0"/>
                </a:cubicBezTo>
              </a:path>
            </a:pathLst>
          </a:custGeom>
          <a:noFill/>
          <a:ln cap="flat" cmpd="sng" w="9525">
            <a:solidFill>
              <a:schemeClr val="dk2"/>
            </a:solidFill>
            <a:prstDash val="solid"/>
            <a:round/>
            <a:headEnd len="med" w="med" type="none"/>
            <a:tailEnd len="med" w="med" type="triangle"/>
          </a:ln>
        </p:spPr>
      </p:sp>
      <p:cxnSp>
        <p:nvCxnSpPr>
          <p:cNvPr id="280" name="Google Shape;280;p21"/>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281" name="Google Shape;281;p21"/>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sp>
        <p:nvSpPr>
          <p:cNvPr id="282" name="Google Shape;282;p21"/>
          <p:cNvSpPr txBox="1"/>
          <p:nvPr/>
        </p:nvSpPr>
        <p:spPr>
          <a:xfrm>
            <a:off x="4658700" y="-12"/>
            <a:ext cx="4485300" cy="24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solidFill>
                  <a:schemeClr val="dk2"/>
                </a:solidFill>
                <a:latin typeface="Calibri"/>
                <a:ea typeface="Calibri"/>
                <a:cs typeface="Calibri"/>
                <a:sym typeface="Calibri"/>
              </a:rPr>
              <a:t>OPPOSITE PLAY: Trips Left Flip 25</a:t>
            </a:r>
            <a:endParaRPr sz="1500">
              <a:solidFill>
                <a:schemeClr val="dk2"/>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6" name="Shape 286"/>
        <p:cNvGrpSpPr/>
        <p:nvPr/>
      </p:nvGrpSpPr>
      <p:grpSpPr>
        <a:xfrm>
          <a:off x="0" y="0"/>
          <a:ext cx="0" cy="0"/>
          <a:chOff x="0" y="0"/>
          <a:chExt cx="0" cy="0"/>
        </a:xfrm>
      </p:grpSpPr>
      <p:sp>
        <p:nvSpPr>
          <p:cNvPr id="287" name="Google Shape;287;p22"/>
          <p:cNvSpPr/>
          <p:nvPr/>
        </p:nvSpPr>
        <p:spPr>
          <a:xfrm>
            <a:off x="8410338"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8" name="Google Shape;288;p22"/>
          <p:cNvSpPr/>
          <p:nvPr/>
        </p:nvSpPr>
        <p:spPr>
          <a:xfrm>
            <a:off x="7426050"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9" name="Google Shape;289;p22"/>
          <p:cNvSpPr/>
          <p:nvPr/>
        </p:nvSpPr>
        <p:spPr>
          <a:xfrm>
            <a:off x="1936713"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0" name="Google Shape;290;p22"/>
          <p:cNvSpPr/>
          <p:nvPr/>
        </p:nvSpPr>
        <p:spPr>
          <a:xfrm>
            <a:off x="2663788" y="1750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1" name="Google Shape;291;p22"/>
          <p:cNvSpPr/>
          <p:nvPr/>
        </p:nvSpPr>
        <p:spPr>
          <a:xfrm>
            <a:off x="4028613" y="1750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2" name="Google Shape;292;p22"/>
          <p:cNvSpPr/>
          <p:nvPr/>
        </p:nvSpPr>
        <p:spPr>
          <a:xfrm>
            <a:off x="5439850" y="172258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3" name="Google Shape;293;p22"/>
          <p:cNvSpPr txBox="1"/>
          <p:nvPr/>
        </p:nvSpPr>
        <p:spPr>
          <a:xfrm>
            <a:off x="0" y="0"/>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TRIPS 18 X</a:t>
            </a:r>
            <a:endParaRPr sz="4120">
              <a:solidFill>
                <a:srgbClr val="CCCCCC"/>
              </a:solidFill>
              <a:latin typeface="Oswald"/>
              <a:ea typeface="Oswald"/>
              <a:cs typeface="Oswald"/>
              <a:sym typeface="Oswald"/>
            </a:endParaRPr>
          </a:p>
          <a:p>
            <a:pPr indent="0" lvl="0" marL="0" rtl="0" algn="l">
              <a:spcBef>
                <a:spcPts val="0"/>
              </a:spcBef>
              <a:spcAft>
                <a:spcPts val="0"/>
              </a:spcAft>
              <a:buNone/>
            </a:pPr>
            <a:r>
              <a:t/>
            </a:r>
            <a:endParaRPr sz="4120">
              <a:solidFill>
                <a:srgbClr val="CCCCCC"/>
              </a:solidFill>
              <a:latin typeface="Oswald"/>
              <a:ea typeface="Oswald"/>
              <a:cs typeface="Oswald"/>
              <a:sym typeface="Oswald"/>
            </a:endParaRPr>
          </a:p>
        </p:txBody>
      </p:sp>
      <p:sp>
        <p:nvSpPr>
          <p:cNvPr id="294" name="Google Shape;294;p22"/>
          <p:cNvSpPr/>
          <p:nvPr/>
        </p:nvSpPr>
        <p:spPr>
          <a:xfrm>
            <a:off x="6411463" y="1808350"/>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5" name="Google Shape;295;p22"/>
          <p:cNvSpPr/>
          <p:nvPr/>
        </p:nvSpPr>
        <p:spPr>
          <a:xfrm>
            <a:off x="322663" y="143078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6" name="Google Shape;296;p22"/>
          <p:cNvSpPr/>
          <p:nvPr/>
        </p:nvSpPr>
        <p:spPr>
          <a:xfrm>
            <a:off x="3422538" y="12111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7" name="Google Shape;297;p22"/>
          <p:cNvSpPr/>
          <p:nvPr/>
        </p:nvSpPr>
        <p:spPr>
          <a:xfrm>
            <a:off x="5009738" y="12111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8" name="Google Shape;298;p22"/>
          <p:cNvSpPr/>
          <p:nvPr/>
        </p:nvSpPr>
        <p:spPr>
          <a:xfrm>
            <a:off x="4261163" y="4273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9" name="Google Shape;299;p22"/>
          <p:cNvSpPr/>
          <p:nvPr/>
        </p:nvSpPr>
        <p:spPr>
          <a:xfrm>
            <a:off x="4444432" y="22162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2"/>
          <p:cNvSpPr/>
          <p:nvPr/>
        </p:nvSpPr>
        <p:spPr>
          <a:xfrm>
            <a:off x="5103472"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2"/>
          <p:cNvSpPr/>
          <p:nvPr/>
        </p:nvSpPr>
        <p:spPr>
          <a:xfrm>
            <a:off x="5860649"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2"/>
          <p:cNvSpPr/>
          <p:nvPr/>
        </p:nvSpPr>
        <p:spPr>
          <a:xfrm>
            <a:off x="2930077"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2"/>
          <p:cNvSpPr/>
          <p:nvPr/>
        </p:nvSpPr>
        <p:spPr>
          <a:xfrm>
            <a:off x="3687254"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2"/>
          <p:cNvSpPr/>
          <p:nvPr/>
        </p:nvSpPr>
        <p:spPr>
          <a:xfrm>
            <a:off x="6446855" y="27805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305" name="Google Shape;305;p22"/>
          <p:cNvSpPr/>
          <p:nvPr/>
        </p:nvSpPr>
        <p:spPr>
          <a:xfrm>
            <a:off x="7713993" y="2785696"/>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306" name="Google Shape;306;p22"/>
          <p:cNvSpPr/>
          <p:nvPr/>
        </p:nvSpPr>
        <p:spPr>
          <a:xfrm>
            <a:off x="8559695" y="2151138"/>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307" name="Google Shape;307;p22"/>
          <p:cNvSpPr/>
          <p:nvPr/>
        </p:nvSpPr>
        <p:spPr>
          <a:xfrm>
            <a:off x="4595792" y="3763347"/>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308" name="Google Shape;308;p22"/>
          <p:cNvSpPr/>
          <p:nvPr/>
        </p:nvSpPr>
        <p:spPr>
          <a:xfrm>
            <a:off x="5110937" y="3802248"/>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309" name="Google Shape;309;p22"/>
          <p:cNvSpPr/>
          <p:nvPr/>
        </p:nvSpPr>
        <p:spPr>
          <a:xfrm>
            <a:off x="252761" y="2216385"/>
            <a:ext cx="332949" cy="492031"/>
          </a:xfrm>
          <a:prstGeom prst="rect">
            <a:avLst/>
          </a:prstGeom>
        </p:spPr>
        <p:txBody>
          <a:bodyPr>
            <a:prstTxWarp prst="textPlain"/>
          </a:bodyPr>
          <a:lstStyle/>
          <a:p>
            <a:pPr lvl="0" algn="ctr"/>
            <a:r>
              <a:rPr b="0" i="0">
                <a:ln>
                  <a:noFill/>
                </a:ln>
                <a:solidFill>
                  <a:schemeClr val="accent1"/>
                </a:solidFill>
                <a:latin typeface="Arial"/>
              </a:rPr>
              <a:t>5</a:t>
            </a:r>
          </a:p>
        </p:txBody>
      </p:sp>
      <p:sp>
        <p:nvSpPr>
          <p:cNvPr id="310" name="Google Shape;310;p22"/>
          <p:cNvSpPr/>
          <p:nvPr/>
        </p:nvSpPr>
        <p:spPr>
          <a:xfrm>
            <a:off x="710575" y="1519250"/>
            <a:ext cx="1668175" cy="834075"/>
          </a:xfrm>
          <a:custGeom>
            <a:rect b="b" l="l" r="r" t="t"/>
            <a:pathLst>
              <a:path extrusionOk="0" h="33363" w="66727">
                <a:moveTo>
                  <a:pt x="0" y="33363"/>
                </a:moveTo>
                <a:cubicBezTo>
                  <a:pt x="8457" y="30641"/>
                  <a:pt x="39619" y="22590"/>
                  <a:pt x="50740" y="17029"/>
                </a:cubicBezTo>
                <a:cubicBezTo>
                  <a:pt x="61861" y="11469"/>
                  <a:pt x="64063" y="2838"/>
                  <a:pt x="66727" y="0"/>
                </a:cubicBezTo>
              </a:path>
            </a:pathLst>
          </a:custGeom>
          <a:noFill/>
          <a:ln cap="flat" cmpd="sng" w="9525">
            <a:solidFill>
              <a:schemeClr val="dk2"/>
            </a:solidFill>
            <a:prstDash val="solid"/>
            <a:round/>
            <a:headEnd len="med" w="med" type="none"/>
            <a:tailEnd len="med" w="med" type="diamond"/>
          </a:ln>
        </p:spPr>
      </p:sp>
      <p:cxnSp>
        <p:nvCxnSpPr>
          <p:cNvPr id="311" name="Google Shape;311;p22"/>
          <p:cNvCxnSpPr/>
          <p:nvPr/>
        </p:nvCxnSpPr>
        <p:spPr>
          <a:xfrm rot="10800000">
            <a:off x="6449275" y="1447075"/>
            <a:ext cx="1352100" cy="1321800"/>
          </a:xfrm>
          <a:prstGeom prst="straightConnector1">
            <a:avLst/>
          </a:prstGeom>
          <a:noFill/>
          <a:ln cap="flat" cmpd="sng" w="9525">
            <a:solidFill>
              <a:schemeClr val="dk2"/>
            </a:solidFill>
            <a:prstDash val="solid"/>
            <a:round/>
            <a:headEnd len="med" w="med" type="none"/>
            <a:tailEnd len="med" w="med" type="diamond"/>
          </a:ln>
        </p:spPr>
      </p:cxnSp>
      <p:cxnSp>
        <p:nvCxnSpPr>
          <p:cNvPr id="312" name="Google Shape;312;p22"/>
          <p:cNvCxnSpPr>
            <a:endCxn id="288" idx="5"/>
          </p:cNvCxnSpPr>
          <p:nvPr/>
        </p:nvCxnSpPr>
        <p:spPr>
          <a:xfrm rot="10800000">
            <a:off x="7687275" y="1528463"/>
            <a:ext cx="1047300" cy="537600"/>
          </a:xfrm>
          <a:prstGeom prst="straightConnector1">
            <a:avLst/>
          </a:prstGeom>
          <a:noFill/>
          <a:ln cap="flat" cmpd="sng" w="9525">
            <a:solidFill>
              <a:schemeClr val="dk2"/>
            </a:solidFill>
            <a:prstDash val="solid"/>
            <a:round/>
            <a:headEnd len="med" w="med" type="none"/>
            <a:tailEnd len="med" w="med" type="diamond"/>
          </a:ln>
        </p:spPr>
      </p:cxnSp>
      <p:sp>
        <p:nvSpPr>
          <p:cNvPr id="313" name="Google Shape;313;p22"/>
          <p:cNvSpPr/>
          <p:nvPr/>
        </p:nvSpPr>
        <p:spPr>
          <a:xfrm>
            <a:off x="5567800" y="2216375"/>
            <a:ext cx="2909516" cy="1794494"/>
          </a:xfrm>
          <a:custGeom>
            <a:rect b="b" l="l" r="r" t="t"/>
            <a:pathLst>
              <a:path extrusionOk="0" h="62761" w="74814">
                <a:moveTo>
                  <a:pt x="0" y="61999"/>
                </a:moveTo>
                <a:cubicBezTo>
                  <a:pt x="7620" y="61075"/>
                  <a:pt x="33251" y="66790"/>
                  <a:pt x="45720" y="56457"/>
                </a:cubicBezTo>
                <a:cubicBezTo>
                  <a:pt x="58189" y="46124"/>
                  <a:pt x="69965" y="9410"/>
                  <a:pt x="74814" y="0"/>
                </a:cubicBezTo>
              </a:path>
            </a:pathLst>
          </a:custGeom>
          <a:noFill/>
          <a:ln cap="flat" cmpd="sng" w="9525">
            <a:solidFill>
              <a:schemeClr val="dk2"/>
            </a:solidFill>
            <a:prstDash val="solid"/>
            <a:round/>
            <a:headEnd len="med" w="med" type="none"/>
            <a:tailEnd len="med" w="med" type="triangle"/>
          </a:ln>
        </p:spPr>
      </p:sp>
      <p:sp>
        <p:nvSpPr>
          <p:cNvPr id="314" name="Google Shape;314;p22"/>
          <p:cNvSpPr/>
          <p:nvPr/>
        </p:nvSpPr>
        <p:spPr>
          <a:xfrm>
            <a:off x="4866400" y="3394375"/>
            <a:ext cx="2909475" cy="847900"/>
          </a:xfrm>
          <a:custGeom>
            <a:rect b="b" l="l" r="r" t="t"/>
            <a:pathLst>
              <a:path extrusionOk="0" h="33916" w="116379">
                <a:moveTo>
                  <a:pt x="0" y="29440"/>
                </a:moveTo>
                <a:cubicBezTo>
                  <a:pt x="10102" y="29902"/>
                  <a:pt x="41218" y="37118"/>
                  <a:pt x="60614" y="32211"/>
                </a:cubicBezTo>
                <a:cubicBezTo>
                  <a:pt x="80011" y="27304"/>
                  <a:pt x="107085" y="5369"/>
                  <a:pt x="116379" y="0"/>
                </a:cubicBezTo>
              </a:path>
            </a:pathLst>
          </a:custGeom>
          <a:noFill/>
          <a:ln cap="flat" cmpd="sng" w="38100">
            <a:solidFill>
              <a:schemeClr val="dk2"/>
            </a:solidFill>
            <a:prstDash val="solid"/>
            <a:round/>
            <a:headEnd len="med" w="med" type="none"/>
            <a:tailEnd len="med" w="med" type="triangle"/>
          </a:ln>
        </p:spPr>
      </p:sp>
      <p:cxnSp>
        <p:nvCxnSpPr>
          <p:cNvPr id="315" name="Google Shape;315;p22"/>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316" name="Google Shape;316;p22"/>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sp>
        <p:nvSpPr>
          <p:cNvPr id="317" name="Google Shape;317;p22"/>
          <p:cNvSpPr txBox="1"/>
          <p:nvPr/>
        </p:nvSpPr>
        <p:spPr>
          <a:xfrm>
            <a:off x="4658700" y="-12"/>
            <a:ext cx="4485300" cy="24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solidFill>
                  <a:schemeClr val="dk2"/>
                </a:solidFill>
                <a:latin typeface="Calibri"/>
                <a:ea typeface="Calibri"/>
                <a:cs typeface="Calibri"/>
                <a:sym typeface="Calibri"/>
              </a:rPr>
              <a:t>OPPOSITE PLAY: Trips Left 17 X</a:t>
            </a:r>
            <a:endParaRPr sz="1500">
              <a:solidFill>
                <a:schemeClr val="dk2"/>
              </a:solidFill>
              <a:latin typeface="Calibri"/>
              <a:ea typeface="Calibri"/>
              <a:cs typeface="Calibri"/>
              <a:sym typeface="Calibri"/>
            </a:endParaRPr>
          </a:p>
        </p:txBody>
      </p:sp>
      <p:cxnSp>
        <p:nvCxnSpPr>
          <p:cNvPr id="318" name="Google Shape;318;p22"/>
          <p:cNvCxnSpPr/>
          <p:nvPr/>
        </p:nvCxnSpPr>
        <p:spPr>
          <a:xfrm flipH="1" rot="10800000">
            <a:off x="6198062" y="1681350"/>
            <a:ext cx="834900" cy="526500"/>
          </a:xfrm>
          <a:prstGeom prst="straightConnector1">
            <a:avLst/>
          </a:prstGeom>
          <a:noFill/>
          <a:ln cap="flat" cmpd="sng" w="9525">
            <a:solidFill>
              <a:schemeClr val="dk2"/>
            </a:solidFill>
            <a:prstDash val="solid"/>
            <a:round/>
            <a:headEnd len="med" w="med" type="none"/>
            <a:tailEnd len="med" w="med" type="triangle"/>
          </a:ln>
        </p:spPr>
      </p:cxnSp>
      <p:cxnSp>
        <p:nvCxnSpPr>
          <p:cNvPr id="319" name="Google Shape;319;p22"/>
          <p:cNvCxnSpPr/>
          <p:nvPr/>
        </p:nvCxnSpPr>
        <p:spPr>
          <a:xfrm flipH="1" rot="10800000">
            <a:off x="5363383" y="1681350"/>
            <a:ext cx="834900" cy="526500"/>
          </a:xfrm>
          <a:prstGeom prst="straightConnector1">
            <a:avLst/>
          </a:prstGeom>
          <a:noFill/>
          <a:ln cap="flat" cmpd="sng" w="9525">
            <a:solidFill>
              <a:schemeClr val="dk2"/>
            </a:solidFill>
            <a:prstDash val="solid"/>
            <a:round/>
            <a:headEnd len="med" w="med" type="none"/>
            <a:tailEnd len="med" w="med" type="triangle"/>
          </a:ln>
        </p:spPr>
      </p:cxnSp>
      <p:cxnSp>
        <p:nvCxnSpPr>
          <p:cNvPr id="320" name="Google Shape;320;p22"/>
          <p:cNvCxnSpPr/>
          <p:nvPr/>
        </p:nvCxnSpPr>
        <p:spPr>
          <a:xfrm flipH="1" rot="10800000">
            <a:off x="4687581" y="1664725"/>
            <a:ext cx="834900" cy="526500"/>
          </a:xfrm>
          <a:prstGeom prst="straightConnector1">
            <a:avLst/>
          </a:prstGeom>
          <a:noFill/>
          <a:ln cap="flat" cmpd="sng" w="9525">
            <a:solidFill>
              <a:schemeClr val="dk2"/>
            </a:solidFill>
            <a:prstDash val="solid"/>
            <a:round/>
            <a:headEnd len="med" w="med" type="none"/>
            <a:tailEnd len="med" w="med" type="triangle"/>
          </a:ln>
        </p:spPr>
      </p:cxnSp>
      <p:cxnSp>
        <p:nvCxnSpPr>
          <p:cNvPr id="321" name="Google Shape;321;p22"/>
          <p:cNvCxnSpPr/>
          <p:nvPr/>
        </p:nvCxnSpPr>
        <p:spPr>
          <a:xfrm flipH="1" rot="10800000">
            <a:off x="3981651" y="1664725"/>
            <a:ext cx="834900" cy="526500"/>
          </a:xfrm>
          <a:prstGeom prst="straightConnector1">
            <a:avLst/>
          </a:prstGeom>
          <a:noFill/>
          <a:ln cap="flat" cmpd="sng" w="9525">
            <a:solidFill>
              <a:schemeClr val="dk2"/>
            </a:solidFill>
            <a:prstDash val="solid"/>
            <a:round/>
            <a:headEnd len="med" w="med" type="none"/>
            <a:tailEnd len="med" w="med" type="triangle"/>
          </a:ln>
        </p:spPr>
      </p:cxnSp>
      <p:cxnSp>
        <p:nvCxnSpPr>
          <p:cNvPr id="322" name="Google Shape;322;p22"/>
          <p:cNvCxnSpPr/>
          <p:nvPr/>
        </p:nvCxnSpPr>
        <p:spPr>
          <a:xfrm flipH="1" rot="10800000">
            <a:off x="3177099" y="1681350"/>
            <a:ext cx="834900" cy="526500"/>
          </a:xfrm>
          <a:prstGeom prst="straightConnector1">
            <a:avLst/>
          </a:prstGeom>
          <a:noFill/>
          <a:ln cap="flat" cmpd="sng" w="9525">
            <a:solidFill>
              <a:schemeClr val="dk2"/>
            </a:solidFill>
            <a:prstDash val="solid"/>
            <a:round/>
            <a:headEnd len="med" w="med" type="none"/>
            <a:tailEnd len="med" w="med" type="triangle"/>
          </a:ln>
        </p:spPr>
      </p:cxnSp>
      <p:sp>
        <p:nvSpPr>
          <p:cNvPr id="323" name="Google Shape;323;p22"/>
          <p:cNvSpPr/>
          <p:nvPr/>
        </p:nvSpPr>
        <p:spPr>
          <a:xfrm>
            <a:off x="6796850" y="2036250"/>
            <a:ext cx="76450" cy="626900"/>
          </a:xfrm>
          <a:custGeom>
            <a:rect b="b" l="l" r="r" t="t"/>
            <a:pathLst>
              <a:path extrusionOk="0" h="25076" w="3058">
                <a:moveTo>
                  <a:pt x="906" y="25076"/>
                </a:moveTo>
                <a:cubicBezTo>
                  <a:pt x="1259" y="23112"/>
                  <a:pt x="3172" y="17472"/>
                  <a:pt x="3021" y="13293"/>
                </a:cubicBezTo>
                <a:cubicBezTo>
                  <a:pt x="2870" y="9114"/>
                  <a:pt x="504" y="2216"/>
                  <a:pt x="0" y="0"/>
                </a:cubicBezTo>
              </a:path>
            </a:pathLst>
          </a:custGeom>
          <a:noFill/>
          <a:ln cap="flat" cmpd="sng" w="9525">
            <a:solidFill>
              <a:schemeClr val="dk2"/>
            </a:solidFill>
            <a:prstDash val="solid"/>
            <a:round/>
            <a:headEnd len="med" w="med" type="none"/>
            <a:tailEnd len="med" w="med" type="diamond"/>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7" name="Shape 327"/>
        <p:cNvGrpSpPr/>
        <p:nvPr/>
      </p:nvGrpSpPr>
      <p:grpSpPr>
        <a:xfrm>
          <a:off x="0" y="0"/>
          <a:ext cx="0" cy="0"/>
          <a:chOff x="0" y="0"/>
          <a:chExt cx="0" cy="0"/>
        </a:xfrm>
      </p:grpSpPr>
      <p:sp>
        <p:nvSpPr>
          <p:cNvPr id="328" name="Google Shape;328;p23"/>
          <p:cNvSpPr/>
          <p:nvPr/>
        </p:nvSpPr>
        <p:spPr>
          <a:xfrm>
            <a:off x="8410338"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9" name="Google Shape;329;p23"/>
          <p:cNvSpPr/>
          <p:nvPr/>
        </p:nvSpPr>
        <p:spPr>
          <a:xfrm>
            <a:off x="7426050"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0" name="Google Shape;330;p23"/>
          <p:cNvSpPr/>
          <p:nvPr/>
        </p:nvSpPr>
        <p:spPr>
          <a:xfrm>
            <a:off x="1936713"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1" name="Google Shape;331;p23"/>
          <p:cNvSpPr/>
          <p:nvPr/>
        </p:nvSpPr>
        <p:spPr>
          <a:xfrm>
            <a:off x="2663788" y="1750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2" name="Google Shape;332;p23"/>
          <p:cNvSpPr/>
          <p:nvPr/>
        </p:nvSpPr>
        <p:spPr>
          <a:xfrm>
            <a:off x="4028613" y="1750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3" name="Google Shape;333;p23"/>
          <p:cNvSpPr/>
          <p:nvPr/>
        </p:nvSpPr>
        <p:spPr>
          <a:xfrm>
            <a:off x="5439850" y="172258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4" name="Google Shape;334;p23"/>
          <p:cNvSpPr txBox="1"/>
          <p:nvPr/>
        </p:nvSpPr>
        <p:spPr>
          <a:xfrm>
            <a:off x="0" y="0"/>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TRIPS Flip 28 X</a:t>
            </a:r>
            <a:endParaRPr sz="4120">
              <a:solidFill>
                <a:srgbClr val="CCCCCC"/>
              </a:solidFill>
              <a:latin typeface="Oswald"/>
              <a:ea typeface="Oswald"/>
              <a:cs typeface="Oswald"/>
              <a:sym typeface="Oswald"/>
            </a:endParaRPr>
          </a:p>
          <a:p>
            <a:pPr indent="0" lvl="0" marL="0" rtl="0" algn="l">
              <a:spcBef>
                <a:spcPts val="0"/>
              </a:spcBef>
              <a:spcAft>
                <a:spcPts val="0"/>
              </a:spcAft>
              <a:buNone/>
            </a:pPr>
            <a:r>
              <a:t/>
            </a:r>
            <a:endParaRPr sz="4120">
              <a:solidFill>
                <a:srgbClr val="CCCCCC"/>
              </a:solidFill>
              <a:latin typeface="Oswald"/>
              <a:ea typeface="Oswald"/>
              <a:cs typeface="Oswald"/>
              <a:sym typeface="Oswald"/>
            </a:endParaRPr>
          </a:p>
        </p:txBody>
      </p:sp>
      <p:sp>
        <p:nvSpPr>
          <p:cNvPr id="335" name="Google Shape;335;p23"/>
          <p:cNvSpPr/>
          <p:nvPr/>
        </p:nvSpPr>
        <p:spPr>
          <a:xfrm>
            <a:off x="6411463" y="1808350"/>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6" name="Google Shape;336;p23"/>
          <p:cNvSpPr/>
          <p:nvPr/>
        </p:nvSpPr>
        <p:spPr>
          <a:xfrm>
            <a:off x="322663" y="143078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7" name="Google Shape;337;p23"/>
          <p:cNvSpPr/>
          <p:nvPr/>
        </p:nvSpPr>
        <p:spPr>
          <a:xfrm>
            <a:off x="3422538" y="12111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8" name="Google Shape;338;p23"/>
          <p:cNvSpPr/>
          <p:nvPr/>
        </p:nvSpPr>
        <p:spPr>
          <a:xfrm>
            <a:off x="5009738" y="12111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9" name="Google Shape;339;p23"/>
          <p:cNvSpPr/>
          <p:nvPr/>
        </p:nvSpPr>
        <p:spPr>
          <a:xfrm>
            <a:off x="4261163" y="4273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0" name="Google Shape;340;p23"/>
          <p:cNvSpPr/>
          <p:nvPr/>
        </p:nvSpPr>
        <p:spPr>
          <a:xfrm>
            <a:off x="4444432" y="22162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3"/>
          <p:cNvSpPr/>
          <p:nvPr/>
        </p:nvSpPr>
        <p:spPr>
          <a:xfrm>
            <a:off x="5103472"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3"/>
          <p:cNvSpPr/>
          <p:nvPr/>
        </p:nvSpPr>
        <p:spPr>
          <a:xfrm>
            <a:off x="5860649"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3"/>
          <p:cNvSpPr/>
          <p:nvPr/>
        </p:nvSpPr>
        <p:spPr>
          <a:xfrm>
            <a:off x="2930077"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3"/>
          <p:cNvSpPr/>
          <p:nvPr/>
        </p:nvSpPr>
        <p:spPr>
          <a:xfrm>
            <a:off x="3687254"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3"/>
          <p:cNvSpPr/>
          <p:nvPr/>
        </p:nvSpPr>
        <p:spPr>
          <a:xfrm>
            <a:off x="6446855" y="27805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346" name="Google Shape;346;p23"/>
          <p:cNvSpPr/>
          <p:nvPr/>
        </p:nvSpPr>
        <p:spPr>
          <a:xfrm>
            <a:off x="7713993" y="2785696"/>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347" name="Google Shape;347;p23"/>
          <p:cNvSpPr/>
          <p:nvPr/>
        </p:nvSpPr>
        <p:spPr>
          <a:xfrm>
            <a:off x="8559695" y="2151138"/>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348" name="Google Shape;348;p23"/>
          <p:cNvSpPr/>
          <p:nvPr/>
        </p:nvSpPr>
        <p:spPr>
          <a:xfrm>
            <a:off x="4595792" y="3763347"/>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349" name="Google Shape;349;p23"/>
          <p:cNvSpPr/>
          <p:nvPr/>
        </p:nvSpPr>
        <p:spPr>
          <a:xfrm>
            <a:off x="4036662" y="3763348"/>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350" name="Google Shape;350;p23"/>
          <p:cNvSpPr/>
          <p:nvPr/>
        </p:nvSpPr>
        <p:spPr>
          <a:xfrm>
            <a:off x="252761" y="2216385"/>
            <a:ext cx="332949" cy="492031"/>
          </a:xfrm>
          <a:prstGeom prst="rect">
            <a:avLst/>
          </a:prstGeom>
        </p:spPr>
        <p:txBody>
          <a:bodyPr>
            <a:prstTxWarp prst="textPlain"/>
          </a:bodyPr>
          <a:lstStyle/>
          <a:p>
            <a:pPr lvl="0" algn="ctr"/>
            <a:r>
              <a:rPr b="0" i="0">
                <a:ln>
                  <a:noFill/>
                </a:ln>
                <a:solidFill>
                  <a:schemeClr val="accent1"/>
                </a:solidFill>
                <a:latin typeface="Arial"/>
              </a:rPr>
              <a:t>5</a:t>
            </a:r>
          </a:p>
        </p:txBody>
      </p:sp>
      <p:sp>
        <p:nvSpPr>
          <p:cNvPr id="351" name="Google Shape;351;p23"/>
          <p:cNvSpPr/>
          <p:nvPr/>
        </p:nvSpPr>
        <p:spPr>
          <a:xfrm>
            <a:off x="710575" y="1519250"/>
            <a:ext cx="1668175" cy="834075"/>
          </a:xfrm>
          <a:custGeom>
            <a:rect b="b" l="l" r="r" t="t"/>
            <a:pathLst>
              <a:path extrusionOk="0" h="33363" w="66727">
                <a:moveTo>
                  <a:pt x="0" y="33363"/>
                </a:moveTo>
                <a:cubicBezTo>
                  <a:pt x="8457" y="30641"/>
                  <a:pt x="39619" y="22590"/>
                  <a:pt x="50740" y="17029"/>
                </a:cubicBezTo>
                <a:cubicBezTo>
                  <a:pt x="61861" y="11469"/>
                  <a:pt x="64063" y="2838"/>
                  <a:pt x="66727" y="0"/>
                </a:cubicBezTo>
              </a:path>
            </a:pathLst>
          </a:custGeom>
          <a:noFill/>
          <a:ln cap="flat" cmpd="sng" w="9525">
            <a:solidFill>
              <a:schemeClr val="dk2"/>
            </a:solidFill>
            <a:prstDash val="solid"/>
            <a:round/>
            <a:headEnd len="med" w="med" type="none"/>
            <a:tailEnd len="med" w="med" type="diamond"/>
          </a:ln>
        </p:spPr>
      </p:sp>
      <p:cxnSp>
        <p:nvCxnSpPr>
          <p:cNvPr id="352" name="Google Shape;352;p23"/>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353" name="Google Shape;353;p23"/>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sp>
        <p:nvSpPr>
          <p:cNvPr id="354" name="Google Shape;354;p23"/>
          <p:cNvSpPr txBox="1"/>
          <p:nvPr/>
        </p:nvSpPr>
        <p:spPr>
          <a:xfrm>
            <a:off x="4658700" y="-12"/>
            <a:ext cx="4485300" cy="24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solidFill>
                  <a:schemeClr val="dk2"/>
                </a:solidFill>
                <a:latin typeface="Calibri"/>
                <a:ea typeface="Calibri"/>
                <a:cs typeface="Calibri"/>
                <a:sym typeface="Calibri"/>
              </a:rPr>
              <a:t>OPPOSITE PLAY: Trips Left Flip 27 X</a:t>
            </a:r>
            <a:endParaRPr sz="1500">
              <a:solidFill>
                <a:schemeClr val="dk2"/>
              </a:solidFill>
              <a:latin typeface="Calibri"/>
              <a:ea typeface="Calibri"/>
              <a:cs typeface="Calibri"/>
              <a:sym typeface="Calibri"/>
            </a:endParaRPr>
          </a:p>
        </p:txBody>
      </p:sp>
      <p:cxnSp>
        <p:nvCxnSpPr>
          <p:cNvPr id="355" name="Google Shape;355;p23"/>
          <p:cNvCxnSpPr/>
          <p:nvPr/>
        </p:nvCxnSpPr>
        <p:spPr>
          <a:xfrm flipH="1" rot="10800000">
            <a:off x="6198062" y="1681350"/>
            <a:ext cx="834900" cy="526500"/>
          </a:xfrm>
          <a:prstGeom prst="straightConnector1">
            <a:avLst/>
          </a:prstGeom>
          <a:noFill/>
          <a:ln cap="flat" cmpd="sng" w="9525">
            <a:solidFill>
              <a:schemeClr val="dk2"/>
            </a:solidFill>
            <a:prstDash val="solid"/>
            <a:round/>
            <a:headEnd len="med" w="med" type="none"/>
            <a:tailEnd len="med" w="med" type="triangle"/>
          </a:ln>
        </p:spPr>
      </p:cxnSp>
      <p:cxnSp>
        <p:nvCxnSpPr>
          <p:cNvPr id="356" name="Google Shape;356;p23"/>
          <p:cNvCxnSpPr/>
          <p:nvPr/>
        </p:nvCxnSpPr>
        <p:spPr>
          <a:xfrm flipH="1" rot="10800000">
            <a:off x="5363383" y="1681350"/>
            <a:ext cx="834900" cy="526500"/>
          </a:xfrm>
          <a:prstGeom prst="straightConnector1">
            <a:avLst/>
          </a:prstGeom>
          <a:noFill/>
          <a:ln cap="flat" cmpd="sng" w="9525">
            <a:solidFill>
              <a:schemeClr val="dk2"/>
            </a:solidFill>
            <a:prstDash val="solid"/>
            <a:round/>
            <a:headEnd len="med" w="med" type="none"/>
            <a:tailEnd len="med" w="med" type="triangle"/>
          </a:ln>
        </p:spPr>
      </p:cxnSp>
      <p:cxnSp>
        <p:nvCxnSpPr>
          <p:cNvPr id="357" name="Google Shape;357;p23"/>
          <p:cNvCxnSpPr/>
          <p:nvPr/>
        </p:nvCxnSpPr>
        <p:spPr>
          <a:xfrm flipH="1" rot="10800000">
            <a:off x="4687581" y="1664725"/>
            <a:ext cx="834900" cy="526500"/>
          </a:xfrm>
          <a:prstGeom prst="straightConnector1">
            <a:avLst/>
          </a:prstGeom>
          <a:noFill/>
          <a:ln cap="flat" cmpd="sng" w="9525">
            <a:solidFill>
              <a:schemeClr val="dk2"/>
            </a:solidFill>
            <a:prstDash val="solid"/>
            <a:round/>
            <a:headEnd len="med" w="med" type="none"/>
            <a:tailEnd len="med" w="med" type="triangle"/>
          </a:ln>
        </p:spPr>
      </p:cxnSp>
      <p:cxnSp>
        <p:nvCxnSpPr>
          <p:cNvPr id="358" name="Google Shape;358;p23"/>
          <p:cNvCxnSpPr/>
          <p:nvPr/>
        </p:nvCxnSpPr>
        <p:spPr>
          <a:xfrm flipH="1" rot="10800000">
            <a:off x="3981651" y="1664725"/>
            <a:ext cx="834900" cy="526500"/>
          </a:xfrm>
          <a:prstGeom prst="straightConnector1">
            <a:avLst/>
          </a:prstGeom>
          <a:noFill/>
          <a:ln cap="flat" cmpd="sng" w="9525">
            <a:solidFill>
              <a:schemeClr val="dk2"/>
            </a:solidFill>
            <a:prstDash val="solid"/>
            <a:round/>
            <a:headEnd len="med" w="med" type="none"/>
            <a:tailEnd len="med" w="med" type="triangle"/>
          </a:ln>
        </p:spPr>
      </p:cxnSp>
      <p:cxnSp>
        <p:nvCxnSpPr>
          <p:cNvPr id="359" name="Google Shape;359;p23"/>
          <p:cNvCxnSpPr/>
          <p:nvPr/>
        </p:nvCxnSpPr>
        <p:spPr>
          <a:xfrm flipH="1" rot="10800000">
            <a:off x="3177099" y="1681350"/>
            <a:ext cx="834900" cy="526500"/>
          </a:xfrm>
          <a:prstGeom prst="straightConnector1">
            <a:avLst/>
          </a:prstGeom>
          <a:noFill/>
          <a:ln cap="flat" cmpd="sng" w="9525">
            <a:solidFill>
              <a:schemeClr val="dk2"/>
            </a:solidFill>
            <a:prstDash val="solid"/>
            <a:round/>
            <a:headEnd len="med" w="med" type="none"/>
            <a:tailEnd len="med" w="med" type="triangle"/>
          </a:ln>
        </p:spPr>
      </p:cxnSp>
      <p:sp>
        <p:nvSpPr>
          <p:cNvPr id="360" name="Google Shape;360;p23"/>
          <p:cNvSpPr/>
          <p:nvPr/>
        </p:nvSpPr>
        <p:spPr>
          <a:xfrm>
            <a:off x="4327075" y="2738675"/>
            <a:ext cx="3387008" cy="1024675"/>
          </a:xfrm>
          <a:custGeom>
            <a:rect b="b" l="l" r="r" t="t"/>
            <a:pathLst>
              <a:path extrusionOk="0" h="52266" w="89728">
                <a:moveTo>
                  <a:pt x="0" y="52266"/>
                </a:moveTo>
                <a:cubicBezTo>
                  <a:pt x="12336" y="50554"/>
                  <a:pt x="59063" y="50705"/>
                  <a:pt x="74018" y="41994"/>
                </a:cubicBezTo>
                <a:cubicBezTo>
                  <a:pt x="88973" y="33283"/>
                  <a:pt x="87110" y="6999"/>
                  <a:pt x="89728" y="0"/>
                </a:cubicBezTo>
              </a:path>
            </a:pathLst>
          </a:custGeom>
          <a:noFill/>
          <a:ln cap="flat" cmpd="sng" w="28575">
            <a:solidFill>
              <a:schemeClr val="dk2"/>
            </a:solidFill>
            <a:prstDash val="solid"/>
            <a:round/>
            <a:headEnd len="med" w="med" type="none"/>
            <a:tailEnd len="med" w="med" type="stealth"/>
          </a:ln>
        </p:spPr>
      </p:sp>
      <p:sp>
        <p:nvSpPr>
          <p:cNvPr id="361" name="Google Shape;361;p23"/>
          <p:cNvSpPr/>
          <p:nvPr/>
        </p:nvSpPr>
        <p:spPr>
          <a:xfrm>
            <a:off x="2121625" y="3667675"/>
            <a:ext cx="2545300" cy="839450"/>
          </a:xfrm>
          <a:custGeom>
            <a:rect b="b" l="l" r="r" t="t"/>
            <a:pathLst>
              <a:path extrusionOk="0" h="33578" w="101812">
                <a:moveTo>
                  <a:pt x="101812" y="21752"/>
                </a:moveTo>
                <a:cubicBezTo>
                  <a:pt x="98992" y="23615"/>
                  <a:pt x="101863" y="36556"/>
                  <a:pt x="84894" y="32931"/>
                </a:cubicBezTo>
                <a:cubicBezTo>
                  <a:pt x="67925" y="29306"/>
                  <a:pt x="14149" y="5489"/>
                  <a:pt x="0" y="0"/>
                </a:cubicBezTo>
              </a:path>
            </a:pathLst>
          </a:custGeom>
          <a:noFill/>
          <a:ln cap="flat" cmpd="sng" w="9525">
            <a:solidFill>
              <a:schemeClr val="dk2"/>
            </a:solidFill>
            <a:prstDash val="solid"/>
            <a:round/>
            <a:headEnd len="med" w="med" type="none"/>
            <a:tailEnd len="med" w="med" type="stealth"/>
          </a:ln>
        </p:spPr>
      </p:sp>
      <p:cxnSp>
        <p:nvCxnSpPr>
          <p:cNvPr id="362" name="Google Shape;362;p23"/>
          <p:cNvCxnSpPr>
            <a:endCxn id="329" idx="5"/>
          </p:cNvCxnSpPr>
          <p:nvPr/>
        </p:nvCxnSpPr>
        <p:spPr>
          <a:xfrm rot="10800000">
            <a:off x="7687275" y="1528463"/>
            <a:ext cx="846600" cy="689100"/>
          </a:xfrm>
          <a:prstGeom prst="straightConnector1">
            <a:avLst/>
          </a:prstGeom>
          <a:noFill/>
          <a:ln cap="flat" cmpd="sng" w="9525">
            <a:solidFill>
              <a:schemeClr val="dk2"/>
            </a:solidFill>
            <a:prstDash val="solid"/>
            <a:round/>
            <a:headEnd len="med" w="med" type="none"/>
            <a:tailEnd len="med" w="med" type="diamond"/>
          </a:ln>
        </p:spPr>
      </p:cxnSp>
      <p:cxnSp>
        <p:nvCxnSpPr>
          <p:cNvPr id="363" name="Google Shape;363;p23"/>
          <p:cNvCxnSpPr/>
          <p:nvPr/>
        </p:nvCxnSpPr>
        <p:spPr>
          <a:xfrm rot="10800000">
            <a:off x="6290875" y="1394275"/>
            <a:ext cx="1510500" cy="1374600"/>
          </a:xfrm>
          <a:prstGeom prst="straightConnector1">
            <a:avLst/>
          </a:prstGeom>
          <a:noFill/>
          <a:ln cap="flat" cmpd="sng" w="9525">
            <a:solidFill>
              <a:schemeClr val="dk2"/>
            </a:solidFill>
            <a:prstDash val="solid"/>
            <a:round/>
            <a:headEnd len="med" w="med" type="none"/>
            <a:tailEnd len="med" w="med" type="diamond"/>
          </a:ln>
        </p:spPr>
      </p:cxnSp>
      <p:sp>
        <p:nvSpPr>
          <p:cNvPr id="364" name="Google Shape;364;p23"/>
          <p:cNvSpPr/>
          <p:nvPr/>
        </p:nvSpPr>
        <p:spPr>
          <a:xfrm>
            <a:off x="6804400" y="2104225"/>
            <a:ext cx="151675" cy="589125"/>
          </a:xfrm>
          <a:custGeom>
            <a:rect b="b" l="l" r="r" t="t"/>
            <a:pathLst>
              <a:path extrusionOk="0" h="23565" w="6067">
                <a:moveTo>
                  <a:pt x="604" y="23565"/>
                </a:moveTo>
                <a:cubicBezTo>
                  <a:pt x="1510" y="20997"/>
                  <a:pt x="6143" y="12085"/>
                  <a:pt x="6042" y="8157"/>
                </a:cubicBezTo>
                <a:cubicBezTo>
                  <a:pt x="5941" y="4230"/>
                  <a:pt x="1007" y="1360"/>
                  <a:pt x="0" y="0"/>
                </a:cubicBezTo>
              </a:path>
            </a:pathLst>
          </a:custGeom>
          <a:noFill/>
          <a:ln cap="flat" cmpd="sng" w="9525">
            <a:solidFill>
              <a:schemeClr val="dk2"/>
            </a:solidFill>
            <a:prstDash val="solid"/>
            <a:round/>
            <a:headEnd len="med" w="med" type="none"/>
            <a:tailEnd len="med" w="med" type="diamond"/>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8" name="Shape 368"/>
        <p:cNvGrpSpPr/>
        <p:nvPr/>
      </p:nvGrpSpPr>
      <p:grpSpPr>
        <a:xfrm>
          <a:off x="0" y="0"/>
          <a:ext cx="0" cy="0"/>
          <a:chOff x="0" y="0"/>
          <a:chExt cx="0" cy="0"/>
        </a:xfrm>
      </p:grpSpPr>
      <p:sp>
        <p:nvSpPr>
          <p:cNvPr id="369" name="Google Shape;369;p24"/>
          <p:cNvSpPr/>
          <p:nvPr/>
        </p:nvSpPr>
        <p:spPr>
          <a:xfrm>
            <a:off x="8410338"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0" name="Google Shape;370;p24"/>
          <p:cNvSpPr/>
          <p:nvPr/>
        </p:nvSpPr>
        <p:spPr>
          <a:xfrm>
            <a:off x="7426050"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1" name="Google Shape;371;p24"/>
          <p:cNvSpPr/>
          <p:nvPr/>
        </p:nvSpPr>
        <p:spPr>
          <a:xfrm>
            <a:off x="1936713"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2" name="Google Shape;372;p24"/>
          <p:cNvSpPr/>
          <p:nvPr/>
        </p:nvSpPr>
        <p:spPr>
          <a:xfrm>
            <a:off x="2663788" y="1750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3" name="Google Shape;373;p24"/>
          <p:cNvSpPr/>
          <p:nvPr/>
        </p:nvSpPr>
        <p:spPr>
          <a:xfrm>
            <a:off x="4028613" y="1750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4" name="Google Shape;374;p24"/>
          <p:cNvSpPr/>
          <p:nvPr/>
        </p:nvSpPr>
        <p:spPr>
          <a:xfrm>
            <a:off x="5439850" y="172258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5" name="Google Shape;375;p24"/>
          <p:cNvSpPr txBox="1"/>
          <p:nvPr/>
        </p:nvSpPr>
        <p:spPr>
          <a:xfrm>
            <a:off x="0" y="0"/>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TRIPS Flip 28 6 RPO</a:t>
            </a:r>
            <a:endParaRPr sz="4120">
              <a:solidFill>
                <a:srgbClr val="CCCCCC"/>
              </a:solidFill>
              <a:latin typeface="Oswald"/>
              <a:ea typeface="Oswald"/>
              <a:cs typeface="Oswald"/>
              <a:sym typeface="Oswald"/>
            </a:endParaRPr>
          </a:p>
          <a:p>
            <a:pPr indent="0" lvl="0" marL="0" rtl="0" algn="l">
              <a:spcBef>
                <a:spcPts val="0"/>
              </a:spcBef>
              <a:spcAft>
                <a:spcPts val="0"/>
              </a:spcAft>
              <a:buNone/>
            </a:pPr>
            <a:r>
              <a:t/>
            </a:r>
            <a:endParaRPr sz="4120">
              <a:solidFill>
                <a:srgbClr val="CCCCCC"/>
              </a:solidFill>
              <a:latin typeface="Oswald"/>
              <a:ea typeface="Oswald"/>
              <a:cs typeface="Oswald"/>
              <a:sym typeface="Oswald"/>
            </a:endParaRPr>
          </a:p>
        </p:txBody>
      </p:sp>
      <p:sp>
        <p:nvSpPr>
          <p:cNvPr id="376" name="Google Shape;376;p24"/>
          <p:cNvSpPr/>
          <p:nvPr/>
        </p:nvSpPr>
        <p:spPr>
          <a:xfrm>
            <a:off x="6411463" y="1808350"/>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7" name="Google Shape;377;p24"/>
          <p:cNvSpPr/>
          <p:nvPr/>
        </p:nvSpPr>
        <p:spPr>
          <a:xfrm>
            <a:off x="322663" y="143078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8" name="Google Shape;378;p24"/>
          <p:cNvSpPr/>
          <p:nvPr/>
        </p:nvSpPr>
        <p:spPr>
          <a:xfrm>
            <a:off x="3422538" y="12111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9" name="Google Shape;379;p24"/>
          <p:cNvSpPr/>
          <p:nvPr/>
        </p:nvSpPr>
        <p:spPr>
          <a:xfrm>
            <a:off x="5009738" y="12111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0" name="Google Shape;380;p24"/>
          <p:cNvSpPr/>
          <p:nvPr/>
        </p:nvSpPr>
        <p:spPr>
          <a:xfrm>
            <a:off x="4261163" y="4273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1" name="Google Shape;381;p24"/>
          <p:cNvSpPr/>
          <p:nvPr/>
        </p:nvSpPr>
        <p:spPr>
          <a:xfrm>
            <a:off x="4444432" y="22162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4"/>
          <p:cNvSpPr/>
          <p:nvPr/>
        </p:nvSpPr>
        <p:spPr>
          <a:xfrm>
            <a:off x="5103472"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4"/>
          <p:cNvSpPr/>
          <p:nvPr/>
        </p:nvSpPr>
        <p:spPr>
          <a:xfrm>
            <a:off x="5860649"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4"/>
          <p:cNvSpPr/>
          <p:nvPr/>
        </p:nvSpPr>
        <p:spPr>
          <a:xfrm>
            <a:off x="2930077"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4"/>
          <p:cNvSpPr/>
          <p:nvPr/>
        </p:nvSpPr>
        <p:spPr>
          <a:xfrm>
            <a:off x="3687254"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4"/>
          <p:cNvSpPr/>
          <p:nvPr/>
        </p:nvSpPr>
        <p:spPr>
          <a:xfrm>
            <a:off x="6446855" y="27805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387" name="Google Shape;387;p24"/>
          <p:cNvSpPr/>
          <p:nvPr/>
        </p:nvSpPr>
        <p:spPr>
          <a:xfrm>
            <a:off x="7713993" y="2785696"/>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388" name="Google Shape;388;p24"/>
          <p:cNvSpPr/>
          <p:nvPr/>
        </p:nvSpPr>
        <p:spPr>
          <a:xfrm>
            <a:off x="8559695" y="2151138"/>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389" name="Google Shape;389;p24"/>
          <p:cNvSpPr/>
          <p:nvPr/>
        </p:nvSpPr>
        <p:spPr>
          <a:xfrm>
            <a:off x="4595792" y="3763347"/>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390" name="Google Shape;390;p24"/>
          <p:cNvSpPr/>
          <p:nvPr/>
        </p:nvSpPr>
        <p:spPr>
          <a:xfrm>
            <a:off x="4036662" y="3763348"/>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391" name="Google Shape;391;p24"/>
          <p:cNvSpPr/>
          <p:nvPr/>
        </p:nvSpPr>
        <p:spPr>
          <a:xfrm>
            <a:off x="252761" y="2216385"/>
            <a:ext cx="332949" cy="492031"/>
          </a:xfrm>
          <a:prstGeom prst="rect">
            <a:avLst/>
          </a:prstGeom>
        </p:spPr>
        <p:txBody>
          <a:bodyPr>
            <a:prstTxWarp prst="textPlain"/>
          </a:bodyPr>
          <a:lstStyle/>
          <a:p>
            <a:pPr lvl="0" algn="ctr"/>
            <a:r>
              <a:rPr b="0" i="0">
                <a:ln>
                  <a:noFill/>
                </a:ln>
                <a:solidFill>
                  <a:schemeClr val="accent1"/>
                </a:solidFill>
                <a:latin typeface="Arial"/>
              </a:rPr>
              <a:t>5</a:t>
            </a:r>
          </a:p>
        </p:txBody>
      </p:sp>
      <p:sp>
        <p:nvSpPr>
          <p:cNvPr id="392" name="Google Shape;392;p24"/>
          <p:cNvSpPr/>
          <p:nvPr/>
        </p:nvSpPr>
        <p:spPr>
          <a:xfrm>
            <a:off x="710575" y="1519250"/>
            <a:ext cx="1668175" cy="834075"/>
          </a:xfrm>
          <a:custGeom>
            <a:rect b="b" l="l" r="r" t="t"/>
            <a:pathLst>
              <a:path extrusionOk="0" h="33363" w="66727">
                <a:moveTo>
                  <a:pt x="0" y="33363"/>
                </a:moveTo>
                <a:cubicBezTo>
                  <a:pt x="8457" y="30641"/>
                  <a:pt x="39619" y="22590"/>
                  <a:pt x="50740" y="17029"/>
                </a:cubicBezTo>
                <a:cubicBezTo>
                  <a:pt x="61861" y="11469"/>
                  <a:pt x="64063" y="2838"/>
                  <a:pt x="66727" y="0"/>
                </a:cubicBezTo>
              </a:path>
            </a:pathLst>
          </a:custGeom>
          <a:noFill/>
          <a:ln cap="flat" cmpd="sng" w="9525">
            <a:solidFill>
              <a:schemeClr val="dk2"/>
            </a:solidFill>
            <a:prstDash val="solid"/>
            <a:round/>
            <a:headEnd len="med" w="med" type="none"/>
            <a:tailEnd len="med" w="med" type="diamond"/>
          </a:ln>
        </p:spPr>
      </p:sp>
      <p:cxnSp>
        <p:nvCxnSpPr>
          <p:cNvPr id="393" name="Google Shape;393;p24"/>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394" name="Google Shape;394;p24"/>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sp>
        <p:nvSpPr>
          <p:cNvPr id="395" name="Google Shape;395;p24"/>
          <p:cNvSpPr txBox="1"/>
          <p:nvPr/>
        </p:nvSpPr>
        <p:spPr>
          <a:xfrm>
            <a:off x="4658700" y="-12"/>
            <a:ext cx="4485300" cy="24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solidFill>
                  <a:schemeClr val="dk2"/>
                </a:solidFill>
                <a:latin typeface="Calibri"/>
                <a:ea typeface="Calibri"/>
                <a:cs typeface="Calibri"/>
                <a:sym typeface="Calibri"/>
              </a:rPr>
              <a:t>OPPOSITE PLAY: Trips Left Flip 27 6 RPO</a:t>
            </a:r>
            <a:endParaRPr sz="1500">
              <a:solidFill>
                <a:schemeClr val="dk2"/>
              </a:solidFill>
              <a:latin typeface="Calibri"/>
              <a:ea typeface="Calibri"/>
              <a:cs typeface="Calibri"/>
              <a:sym typeface="Calibri"/>
            </a:endParaRPr>
          </a:p>
        </p:txBody>
      </p:sp>
      <p:cxnSp>
        <p:nvCxnSpPr>
          <p:cNvPr id="396" name="Google Shape;396;p24"/>
          <p:cNvCxnSpPr/>
          <p:nvPr/>
        </p:nvCxnSpPr>
        <p:spPr>
          <a:xfrm flipH="1" rot="10800000">
            <a:off x="6198062" y="1681350"/>
            <a:ext cx="834900" cy="526500"/>
          </a:xfrm>
          <a:prstGeom prst="straightConnector1">
            <a:avLst/>
          </a:prstGeom>
          <a:noFill/>
          <a:ln cap="flat" cmpd="sng" w="9525">
            <a:solidFill>
              <a:schemeClr val="dk2"/>
            </a:solidFill>
            <a:prstDash val="solid"/>
            <a:round/>
            <a:headEnd len="med" w="med" type="none"/>
            <a:tailEnd len="med" w="med" type="triangle"/>
          </a:ln>
        </p:spPr>
      </p:cxnSp>
      <p:cxnSp>
        <p:nvCxnSpPr>
          <p:cNvPr id="397" name="Google Shape;397;p24"/>
          <p:cNvCxnSpPr/>
          <p:nvPr/>
        </p:nvCxnSpPr>
        <p:spPr>
          <a:xfrm flipH="1" rot="10800000">
            <a:off x="5363383" y="1681350"/>
            <a:ext cx="834900" cy="526500"/>
          </a:xfrm>
          <a:prstGeom prst="straightConnector1">
            <a:avLst/>
          </a:prstGeom>
          <a:noFill/>
          <a:ln cap="flat" cmpd="sng" w="9525">
            <a:solidFill>
              <a:schemeClr val="dk2"/>
            </a:solidFill>
            <a:prstDash val="solid"/>
            <a:round/>
            <a:headEnd len="med" w="med" type="none"/>
            <a:tailEnd len="med" w="med" type="triangle"/>
          </a:ln>
        </p:spPr>
      </p:cxnSp>
      <p:cxnSp>
        <p:nvCxnSpPr>
          <p:cNvPr id="398" name="Google Shape;398;p24"/>
          <p:cNvCxnSpPr/>
          <p:nvPr/>
        </p:nvCxnSpPr>
        <p:spPr>
          <a:xfrm flipH="1" rot="10800000">
            <a:off x="4687581" y="1664725"/>
            <a:ext cx="834900" cy="526500"/>
          </a:xfrm>
          <a:prstGeom prst="straightConnector1">
            <a:avLst/>
          </a:prstGeom>
          <a:noFill/>
          <a:ln cap="flat" cmpd="sng" w="9525">
            <a:solidFill>
              <a:schemeClr val="dk2"/>
            </a:solidFill>
            <a:prstDash val="solid"/>
            <a:round/>
            <a:headEnd len="med" w="med" type="none"/>
            <a:tailEnd len="med" w="med" type="triangle"/>
          </a:ln>
        </p:spPr>
      </p:cxnSp>
      <p:cxnSp>
        <p:nvCxnSpPr>
          <p:cNvPr id="399" name="Google Shape;399;p24"/>
          <p:cNvCxnSpPr/>
          <p:nvPr/>
        </p:nvCxnSpPr>
        <p:spPr>
          <a:xfrm flipH="1" rot="10800000">
            <a:off x="3981651" y="1664725"/>
            <a:ext cx="834900" cy="526500"/>
          </a:xfrm>
          <a:prstGeom prst="straightConnector1">
            <a:avLst/>
          </a:prstGeom>
          <a:noFill/>
          <a:ln cap="flat" cmpd="sng" w="9525">
            <a:solidFill>
              <a:schemeClr val="dk2"/>
            </a:solidFill>
            <a:prstDash val="solid"/>
            <a:round/>
            <a:headEnd len="med" w="med" type="none"/>
            <a:tailEnd len="med" w="med" type="triangle"/>
          </a:ln>
        </p:spPr>
      </p:cxnSp>
      <p:cxnSp>
        <p:nvCxnSpPr>
          <p:cNvPr id="400" name="Google Shape;400;p24"/>
          <p:cNvCxnSpPr/>
          <p:nvPr/>
        </p:nvCxnSpPr>
        <p:spPr>
          <a:xfrm flipH="1" rot="10800000">
            <a:off x="3177099" y="1681350"/>
            <a:ext cx="834900" cy="526500"/>
          </a:xfrm>
          <a:prstGeom prst="straightConnector1">
            <a:avLst/>
          </a:prstGeom>
          <a:noFill/>
          <a:ln cap="flat" cmpd="sng" w="9525">
            <a:solidFill>
              <a:schemeClr val="dk2"/>
            </a:solidFill>
            <a:prstDash val="solid"/>
            <a:round/>
            <a:headEnd len="med" w="med" type="none"/>
            <a:tailEnd len="med" w="med" type="triangle"/>
          </a:ln>
        </p:spPr>
      </p:cxnSp>
      <p:sp>
        <p:nvSpPr>
          <p:cNvPr id="401" name="Google Shape;401;p24"/>
          <p:cNvSpPr/>
          <p:nvPr/>
        </p:nvSpPr>
        <p:spPr>
          <a:xfrm>
            <a:off x="4327075" y="3174225"/>
            <a:ext cx="4083297" cy="589168"/>
          </a:xfrm>
          <a:custGeom>
            <a:rect b="b" l="l" r="r" t="t"/>
            <a:pathLst>
              <a:path extrusionOk="0" h="52266" w="89728">
                <a:moveTo>
                  <a:pt x="0" y="52266"/>
                </a:moveTo>
                <a:cubicBezTo>
                  <a:pt x="12336" y="50554"/>
                  <a:pt x="59063" y="50705"/>
                  <a:pt x="74018" y="41994"/>
                </a:cubicBezTo>
                <a:cubicBezTo>
                  <a:pt x="88973" y="33283"/>
                  <a:pt x="87110" y="6999"/>
                  <a:pt x="89728" y="0"/>
                </a:cubicBezTo>
              </a:path>
            </a:pathLst>
          </a:custGeom>
          <a:noFill/>
          <a:ln cap="flat" cmpd="sng" w="28575">
            <a:solidFill>
              <a:schemeClr val="dk2"/>
            </a:solidFill>
            <a:prstDash val="solid"/>
            <a:round/>
            <a:headEnd len="med" w="med" type="none"/>
            <a:tailEnd len="med" w="med" type="stealth"/>
          </a:ln>
        </p:spPr>
      </p:sp>
      <p:sp>
        <p:nvSpPr>
          <p:cNvPr id="402" name="Google Shape;402;p24"/>
          <p:cNvSpPr/>
          <p:nvPr/>
        </p:nvSpPr>
        <p:spPr>
          <a:xfrm>
            <a:off x="2121625" y="3667675"/>
            <a:ext cx="2545300" cy="839450"/>
          </a:xfrm>
          <a:custGeom>
            <a:rect b="b" l="l" r="r" t="t"/>
            <a:pathLst>
              <a:path extrusionOk="0" h="33578" w="101812">
                <a:moveTo>
                  <a:pt x="101812" y="21752"/>
                </a:moveTo>
                <a:cubicBezTo>
                  <a:pt x="98992" y="23615"/>
                  <a:pt x="101863" y="36556"/>
                  <a:pt x="84894" y="32931"/>
                </a:cubicBezTo>
                <a:cubicBezTo>
                  <a:pt x="67925" y="29306"/>
                  <a:pt x="14149" y="5489"/>
                  <a:pt x="0" y="0"/>
                </a:cubicBezTo>
              </a:path>
            </a:pathLst>
          </a:custGeom>
          <a:noFill/>
          <a:ln cap="flat" cmpd="sng" w="9525">
            <a:solidFill>
              <a:schemeClr val="dk2"/>
            </a:solidFill>
            <a:prstDash val="solid"/>
            <a:round/>
            <a:headEnd len="med" w="med" type="none"/>
            <a:tailEnd len="med" w="med" type="stealth"/>
          </a:ln>
        </p:spPr>
      </p:sp>
      <p:cxnSp>
        <p:nvCxnSpPr>
          <p:cNvPr id="403" name="Google Shape;403;p24"/>
          <p:cNvCxnSpPr/>
          <p:nvPr/>
        </p:nvCxnSpPr>
        <p:spPr>
          <a:xfrm rot="10800000">
            <a:off x="7562125" y="1859750"/>
            <a:ext cx="261900" cy="803400"/>
          </a:xfrm>
          <a:prstGeom prst="straightConnector1">
            <a:avLst/>
          </a:prstGeom>
          <a:noFill/>
          <a:ln cap="flat" cmpd="sng" w="9525">
            <a:solidFill>
              <a:schemeClr val="dk2"/>
            </a:solidFill>
            <a:prstDash val="solid"/>
            <a:round/>
            <a:headEnd len="med" w="med" type="none"/>
            <a:tailEnd len="med" w="med" type="diamond"/>
          </a:ln>
        </p:spPr>
      </p:cxnSp>
      <p:sp>
        <p:nvSpPr>
          <p:cNvPr id="404" name="Google Shape;404;p24"/>
          <p:cNvSpPr/>
          <p:nvPr/>
        </p:nvSpPr>
        <p:spPr>
          <a:xfrm>
            <a:off x="6804400" y="2104225"/>
            <a:ext cx="151675" cy="589125"/>
          </a:xfrm>
          <a:custGeom>
            <a:rect b="b" l="l" r="r" t="t"/>
            <a:pathLst>
              <a:path extrusionOk="0" h="23565" w="6067">
                <a:moveTo>
                  <a:pt x="604" y="23565"/>
                </a:moveTo>
                <a:cubicBezTo>
                  <a:pt x="1510" y="20997"/>
                  <a:pt x="6143" y="12085"/>
                  <a:pt x="6042" y="8157"/>
                </a:cubicBezTo>
                <a:cubicBezTo>
                  <a:pt x="5941" y="4230"/>
                  <a:pt x="1007" y="1360"/>
                  <a:pt x="0" y="0"/>
                </a:cubicBezTo>
              </a:path>
            </a:pathLst>
          </a:custGeom>
          <a:noFill/>
          <a:ln cap="flat" cmpd="sng" w="9525">
            <a:solidFill>
              <a:schemeClr val="dk2"/>
            </a:solidFill>
            <a:prstDash val="solid"/>
            <a:round/>
            <a:headEnd len="med" w="med" type="none"/>
            <a:tailEnd len="med" w="med" type="diamond"/>
          </a:ln>
        </p:spPr>
      </p:sp>
      <p:sp>
        <p:nvSpPr>
          <p:cNvPr id="405" name="Google Shape;405;p24"/>
          <p:cNvSpPr/>
          <p:nvPr/>
        </p:nvSpPr>
        <p:spPr>
          <a:xfrm>
            <a:off x="8493235" y="918425"/>
            <a:ext cx="385050" cy="1170700"/>
          </a:xfrm>
          <a:custGeom>
            <a:rect b="b" l="l" r="r" t="t"/>
            <a:pathLst>
              <a:path extrusionOk="0" h="46828" w="15402">
                <a:moveTo>
                  <a:pt x="9184" y="46828"/>
                </a:moveTo>
                <a:cubicBezTo>
                  <a:pt x="8026" y="46274"/>
                  <a:pt x="2285" y="44663"/>
                  <a:pt x="2235" y="43505"/>
                </a:cubicBezTo>
                <a:cubicBezTo>
                  <a:pt x="2185" y="42347"/>
                  <a:pt x="9235" y="40735"/>
                  <a:pt x="8882" y="39879"/>
                </a:cubicBezTo>
                <a:cubicBezTo>
                  <a:pt x="8530" y="39023"/>
                  <a:pt x="-837" y="39275"/>
                  <a:pt x="120" y="38369"/>
                </a:cubicBezTo>
                <a:cubicBezTo>
                  <a:pt x="1077" y="37463"/>
                  <a:pt x="12406" y="40836"/>
                  <a:pt x="14622" y="34441"/>
                </a:cubicBezTo>
                <a:cubicBezTo>
                  <a:pt x="16838" y="28046"/>
                  <a:pt x="13615" y="5740"/>
                  <a:pt x="13414" y="0"/>
                </a:cubicBezTo>
              </a:path>
            </a:pathLst>
          </a:custGeom>
          <a:noFill/>
          <a:ln cap="flat" cmpd="sng" w="9525">
            <a:solidFill>
              <a:schemeClr val="dk2"/>
            </a:solidFill>
            <a:prstDash val="solid"/>
            <a:round/>
            <a:headEnd len="med" w="med" type="none"/>
            <a:tailEnd len="med" w="med" type="stealth"/>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9" name="Shape 409"/>
        <p:cNvGrpSpPr/>
        <p:nvPr/>
      </p:nvGrpSpPr>
      <p:grpSpPr>
        <a:xfrm>
          <a:off x="0" y="0"/>
          <a:ext cx="0" cy="0"/>
          <a:chOff x="0" y="0"/>
          <a:chExt cx="0" cy="0"/>
        </a:xfrm>
      </p:grpSpPr>
      <p:sp>
        <p:nvSpPr>
          <p:cNvPr id="410" name="Google Shape;410;p25"/>
          <p:cNvSpPr/>
          <p:nvPr/>
        </p:nvSpPr>
        <p:spPr>
          <a:xfrm>
            <a:off x="8410338"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1" name="Google Shape;411;p25"/>
          <p:cNvSpPr/>
          <p:nvPr/>
        </p:nvSpPr>
        <p:spPr>
          <a:xfrm>
            <a:off x="7426050"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2" name="Google Shape;412;p25"/>
          <p:cNvSpPr/>
          <p:nvPr/>
        </p:nvSpPr>
        <p:spPr>
          <a:xfrm>
            <a:off x="1936713"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3" name="Google Shape;413;p25"/>
          <p:cNvSpPr/>
          <p:nvPr/>
        </p:nvSpPr>
        <p:spPr>
          <a:xfrm>
            <a:off x="2663788" y="1750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4" name="Google Shape;414;p25"/>
          <p:cNvSpPr/>
          <p:nvPr/>
        </p:nvSpPr>
        <p:spPr>
          <a:xfrm>
            <a:off x="4028613" y="1750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5" name="Google Shape;415;p25"/>
          <p:cNvSpPr/>
          <p:nvPr/>
        </p:nvSpPr>
        <p:spPr>
          <a:xfrm>
            <a:off x="5439850" y="172258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6" name="Google Shape;416;p25"/>
          <p:cNvSpPr txBox="1"/>
          <p:nvPr/>
        </p:nvSpPr>
        <p:spPr>
          <a:xfrm>
            <a:off x="0" y="0"/>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TRIPS Fake 21 18 Bubble</a:t>
            </a:r>
            <a:endParaRPr sz="4120">
              <a:solidFill>
                <a:srgbClr val="CCCCCC"/>
              </a:solidFill>
              <a:latin typeface="Oswald"/>
              <a:ea typeface="Oswald"/>
              <a:cs typeface="Oswald"/>
              <a:sym typeface="Oswald"/>
            </a:endParaRPr>
          </a:p>
          <a:p>
            <a:pPr indent="0" lvl="0" marL="0" rtl="0" algn="l">
              <a:spcBef>
                <a:spcPts val="0"/>
              </a:spcBef>
              <a:spcAft>
                <a:spcPts val="0"/>
              </a:spcAft>
              <a:buNone/>
            </a:pPr>
            <a:r>
              <a:t/>
            </a:r>
            <a:endParaRPr sz="4120">
              <a:solidFill>
                <a:srgbClr val="CCCCCC"/>
              </a:solidFill>
              <a:latin typeface="Oswald"/>
              <a:ea typeface="Oswald"/>
              <a:cs typeface="Oswald"/>
              <a:sym typeface="Oswald"/>
            </a:endParaRPr>
          </a:p>
        </p:txBody>
      </p:sp>
      <p:sp>
        <p:nvSpPr>
          <p:cNvPr id="417" name="Google Shape;417;p25"/>
          <p:cNvSpPr/>
          <p:nvPr/>
        </p:nvSpPr>
        <p:spPr>
          <a:xfrm>
            <a:off x="6411463" y="1808350"/>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8" name="Google Shape;418;p25"/>
          <p:cNvSpPr/>
          <p:nvPr/>
        </p:nvSpPr>
        <p:spPr>
          <a:xfrm>
            <a:off x="322663" y="143078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9" name="Google Shape;419;p25"/>
          <p:cNvSpPr/>
          <p:nvPr/>
        </p:nvSpPr>
        <p:spPr>
          <a:xfrm>
            <a:off x="3422538" y="12111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0" name="Google Shape;420;p25"/>
          <p:cNvSpPr/>
          <p:nvPr/>
        </p:nvSpPr>
        <p:spPr>
          <a:xfrm>
            <a:off x="5009738" y="12111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1" name="Google Shape;421;p25"/>
          <p:cNvSpPr/>
          <p:nvPr/>
        </p:nvSpPr>
        <p:spPr>
          <a:xfrm>
            <a:off x="4261163" y="4273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2" name="Google Shape;422;p25"/>
          <p:cNvSpPr/>
          <p:nvPr/>
        </p:nvSpPr>
        <p:spPr>
          <a:xfrm>
            <a:off x="4444432" y="22162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5"/>
          <p:cNvSpPr/>
          <p:nvPr/>
        </p:nvSpPr>
        <p:spPr>
          <a:xfrm>
            <a:off x="5103472"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5"/>
          <p:cNvSpPr/>
          <p:nvPr/>
        </p:nvSpPr>
        <p:spPr>
          <a:xfrm>
            <a:off x="5860649"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5"/>
          <p:cNvSpPr/>
          <p:nvPr/>
        </p:nvSpPr>
        <p:spPr>
          <a:xfrm>
            <a:off x="2930077"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5"/>
          <p:cNvSpPr/>
          <p:nvPr/>
        </p:nvSpPr>
        <p:spPr>
          <a:xfrm>
            <a:off x="3687254"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5"/>
          <p:cNvSpPr/>
          <p:nvPr/>
        </p:nvSpPr>
        <p:spPr>
          <a:xfrm>
            <a:off x="6446855" y="27805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428" name="Google Shape;428;p25"/>
          <p:cNvSpPr/>
          <p:nvPr/>
        </p:nvSpPr>
        <p:spPr>
          <a:xfrm>
            <a:off x="7713993" y="2785696"/>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429" name="Google Shape;429;p25"/>
          <p:cNvSpPr/>
          <p:nvPr/>
        </p:nvSpPr>
        <p:spPr>
          <a:xfrm>
            <a:off x="8559695" y="2151138"/>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430" name="Google Shape;430;p25"/>
          <p:cNvSpPr/>
          <p:nvPr/>
        </p:nvSpPr>
        <p:spPr>
          <a:xfrm>
            <a:off x="4595792" y="3763347"/>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431" name="Google Shape;431;p25"/>
          <p:cNvSpPr/>
          <p:nvPr/>
        </p:nvSpPr>
        <p:spPr>
          <a:xfrm>
            <a:off x="5110937" y="3802248"/>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432" name="Google Shape;432;p25"/>
          <p:cNvSpPr/>
          <p:nvPr/>
        </p:nvSpPr>
        <p:spPr>
          <a:xfrm>
            <a:off x="252761" y="2216385"/>
            <a:ext cx="332949" cy="492031"/>
          </a:xfrm>
          <a:prstGeom prst="rect">
            <a:avLst/>
          </a:prstGeom>
        </p:spPr>
        <p:txBody>
          <a:bodyPr>
            <a:prstTxWarp prst="textPlain"/>
          </a:bodyPr>
          <a:lstStyle/>
          <a:p>
            <a:pPr lvl="0" algn="ctr"/>
            <a:r>
              <a:rPr b="0" i="0">
                <a:ln>
                  <a:noFill/>
                </a:ln>
                <a:solidFill>
                  <a:schemeClr val="accent1"/>
                </a:solidFill>
                <a:latin typeface="Arial"/>
              </a:rPr>
              <a:t>5</a:t>
            </a:r>
          </a:p>
        </p:txBody>
      </p:sp>
      <p:sp>
        <p:nvSpPr>
          <p:cNvPr id="433" name="Google Shape;433;p25"/>
          <p:cNvSpPr/>
          <p:nvPr/>
        </p:nvSpPr>
        <p:spPr>
          <a:xfrm>
            <a:off x="710575" y="1519250"/>
            <a:ext cx="1668175" cy="834075"/>
          </a:xfrm>
          <a:custGeom>
            <a:rect b="b" l="l" r="r" t="t"/>
            <a:pathLst>
              <a:path extrusionOk="0" h="33363" w="66727">
                <a:moveTo>
                  <a:pt x="0" y="33363"/>
                </a:moveTo>
                <a:cubicBezTo>
                  <a:pt x="8457" y="30641"/>
                  <a:pt x="39619" y="22590"/>
                  <a:pt x="50740" y="17029"/>
                </a:cubicBezTo>
                <a:cubicBezTo>
                  <a:pt x="61861" y="11469"/>
                  <a:pt x="64063" y="2838"/>
                  <a:pt x="66727" y="0"/>
                </a:cubicBezTo>
              </a:path>
            </a:pathLst>
          </a:custGeom>
          <a:noFill/>
          <a:ln cap="flat" cmpd="sng" w="9525">
            <a:solidFill>
              <a:schemeClr val="dk2"/>
            </a:solidFill>
            <a:prstDash val="solid"/>
            <a:round/>
            <a:headEnd len="med" w="med" type="none"/>
            <a:tailEnd len="med" w="med" type="diamond"/>
          </a:ln>
        </p:spPr>
      </p:sp>
      <p:cxnSp>
        <p:nvCxnSpPr>
          <p:cNvPr id="434" name="Google Shape;434;p25"/>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435" name="Google Shape;435;p25"/>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sp>
        <p:nvSpPr>
          <p:cNvPr id="436" name="Google Shape;436;p25"/>
          <p:cNvSpPr txBox="1"/>
          <p:nvPr/>
        </p:nvSpPr>
        <p:spPr>
          <a:xfrm>
            <a:off x="4658700" y="-12"/>
            <a:ext cx="4485300" cy="24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solidFill>
                  <a:schemeClr val="dk2"/>
                </a:solidFill>
                <a:latin typeface="Calibri"/>
                <a:ea typeface="Calibri"/>
                <a:cs typeface="Calibri"/>
                <a:sym typeface="Calibri"/>
              </a:rPr>
              <a:t>OPPOSITE PLAY: Trips Left Fake 22 17 Bubble</a:t>
            </a:r>
            <a:endParaRPr sz="1500">
              <a:solidFill>
                <a:schemeClr val="dk2"/>
              </a:solidFill>
              <a:latin typeface="Calibri"/>
              <a:ea typeface="Calibri"/>
              <a:cs typeface="Calibri"/>
              <a:sym typeface="Calibri"/>
            </a:endParaRPr>
          </a:p>
        </p:txBody>
      </p:sp>
      <p:cxnSp>
        <p:nvCxnSpPr>
          <p:cNvPr id="437" name="Google Shape;437;p25"/>
          <p:cNvCxnSpPr/>
          <p:nvPr/>
        </p:nvCxnSpPr>
        <p:spPr>
          <a:xfrm flipH="1" rot="10800000">
            <a:off x="6198062" y="1681350"/>
            <a:ext cx="834900" cy="526500"/>
          </a:xfrm>
          <a:prstGeom prst="straightConnector1">
            <a:avLst/>
          </a:prstGeom>
          <a:noFill/>
          <a:ln cap="flat" cmpd="sng" w="9525">
            <a:solidFill>
              <a:schemeClr val="dk2"/>
            </a:solidFill>
            <a:prstDash val="solid"/>
            <a:round/>
            <a:headEnd len="med" w="med" type="none"/>
            <a:tailEnd len="med" w="med" type="triangle"/>
          </a:ln>
        </p:spPr>
      </p:cxnSp>
      <p:cxnSp>
        <p:nvCxnSpPr>
          <p:cNvPr id="438" name="Google Shape;438;p25"/>
          <p:cNvCxnSpPr/>
          <p:nvPr/>
        </p:nvCxnSpPr>
        <p:spPr>
          <a:xfrm flipH="1" rot="10800000">
            <a:off x="5363383" y="1681350"/>
            <a:ext cx="834900" cy="526500"/>
          </a:xfrm>
          <a:prstGeom prst="straightConnector1">
            <a:avLst/>
          </a:prstGeom>
          <a:noFill/>
          <a:ln cap="flat" cmpd="sng" w="9525">
            <a:solidFill>
              <a:schemeClr val="dk2"/>
            </a:solidFill>
            <a:prstDash val="solid"/>
            <a:round/>
            <a:headEnd len="med" w="med" type="none"/>
            <a:tailEnd len="med" w="med" type="triangle"/>
          </a:ln>
        </p:spPr>
      </p:cxnSp>
      <p:cxnSp>
        <p:nvCxnSpPr>
          <p:cNvPr id="439" name="Google Shape;439;p25"/>
          <p:cNvCxnSpPr/>
          <p:nvPr/>
        </p:nvCxnSpPr>
        <p:spPr>
          <a:xfrm flipH="1" rot="10800000">
            <a:off x="4687581" y="1664725"/>
            <a:ext cx="834900" cy="526500"/>
          </a:xfrm>
          <a:prstGeom prst="straightConnector1">
            <a:avLst/>
          </a:prstGeom>
          <a:noFill/>
          <a:ln cap="flat" cmpd="sng" w="9525">
            <a:solidFill>
              <a:schemeClr val="dk2"/>
            </a:solidFill>
            <a:prstDash val="solid"/>
            <a:round/>
            <a:headEnd len="med" w="med" type="none"/>
            <a:tailEnd len="med" w="med" type="triangle"/>
          </a:ln>
        </p:spPr>
      </p:cxnSp>
      <p:cxnSp>
        <p:nvCxnSpPr>
          <p:cNvPr id="440" name="Google Shape;440;p25"/>
          <p:cNvCxnSpPr/>
          <p:nvPr/>
        </p:nvCxnSpPr>
        <p:spPr>
          <a:xfrm flipH="1" rot="10800000">
            <a:off x="3981651" y="1664725"/>
            <a:ext cx="834900" cy="526500"/>
          </a:xfrm>
          <a:prstGeom prst="straightConnector1">
            <a:avLst/>
          </a:prstGeom>
          <a:noFill/>
          <a:ln cap="flat" cmpd="sng" w="9525">
            <a:solidFill>
              <a:schemeClr val="dk2"/>
            </a:solidFill>
            <a:prstDash val="solid"/>
            <a:round/>
            <a:headEnd len="med" w="med" type="none"/>
            <a:tailEnd len="med" w="med" type="triangle"/>
          </a:ln>
        </p:spPr>
      </p:cxnSp>
      <p:cxnSp>
        <p:nvCxnSpPr>
          <p:cNvPr id="441" name="Google Shape;441;p25"/>
          <p:cNvCxnSpPr/>
          <p:nvPr/>
        </p:nvCxnSpPr>
        <p:spPr>
          <a:xfrm flipH="1" rot="10800000">
            <a:off x="3177099" y="1681350"/>
            <a:ext cx="834900" cy="526500"/>
          </a:xfrm>
          <a:prstGeom prst="straightConnector1">
            <a:avLst/>
          </a:prstGeom>
          <a:noFill/>
          <a:ln cap="flat" cmpd="sng" w="9525">
            <a:solidFill>
              <a:schemeClr val="dk2"/>
            </a:solidFill>
            <a:prstDash val="solid"/>
            <a:round/>
            <a:headEnd len="med" w="med" type="none"/>
            <a:tailEnd len="med" w="med" type="triangle"/>
          </a:ln>
        </p:spPr>
      </p:cxnSp>
      <p:sp>
        <p:nvSpPr>
          <p:cNvPr id="442" name="Google Shape;442;p25"/>
          <p:cNvSpPr/>
          <p:nvPr/>
        </p:nvSpPr>
        <p:spPr>
          <a:xfrm>
            <a:off x="8760575" y="744725"/>
            <a:ext cx="150750" cy="1314200"/>
          </a:xfrm>
          <a:custGeom>
            <a:rect b="b" l="l" r="r" t="t"/>
            <a:pathLst>
              <a:path extrusionOk="0" h="52568" w="6030">
                <a:moveTo>
                  <a:pt x="0" y="52568"/>
                </a:moveTo>
                <a:cubicBezTo>
                  <a:pt x="957" y="48439"/>
                  <a:pt x="4885" y="36555"/>
                  <a:pt x="5741" y="27794"/>
                </a:cubicBezTo>
                <a:cubicBezTo>
                  <a:pt x="6597" y="19033"/>
                  <a:pt x="5237" y="4632"/>
                  <a:pt x="5136" y="0"/>
                </a:cubicBezTo>
              </a:path>
            </a:pathLst>
          </a:custGeom>
          <a:noFill/>
          <a:ln cap="flat" cmpd="sng" w="9525">
            <a:solidFill>
              <a:schemeClr val="dk2"/>
            </a:solidFill>
            <a:prstDash val="solid"/>
            <a:round/>
            <a:headEnd len="med" w="med" type="none"/>
            <a:tailEnd len="med" w="med" type="stealth"/>
          </a:ln>
        </p:spPr>
      </p:sp>
      <p:sp>
        <p:nvSpPr>
          <p:cNvPr id="443" name="Google Shape;443;p25"/>
          <p:cNvSpPr/>
          <p:nvPr/>
        </p:nvSpPr>
        <p:spPr>
          <a:xfrm>
            <a:off x="3821025" y="3018125"/>
            <a:ext cx="1427475" cy="672200"/>
          </a:xfrm>
          <a:custGeom>
            <a:rect b="b" l="l" r="r" t="t"/>
            <a:pathLst>
              <a:path extrusionOk="0" h="26888" w="57099">
                <a:moveTo>
                  <a:pt x="57099" y="26888"/>
                </a:moveTo>
                <a:cubicBezTo>
                  <a:pt x="51661" y="24572"/>
                  <a:pt x="33988" y="17472"/>
                  <a:pt x="24471" y="12991"/>
                </a:cubicBezTo>
                <a:cubicBezTo>
                  <a:pt x="14955" y="8510"/>
                  <a:pt x="4079" y="2165"/>
                  <a:pt x="0" y="0"/>
                </a:cubicBezTo>
              </a:path>
            </a:pathLst>
          </a:custGeom>
          <a:noFill/>
          <a:ln cap="flat" cmpd="sng" w="9525">
            <a:solidFill>
              <a:schemeClr val="dk2"/>
            </a:solidFill>
            <a:prstDash val="solid"/>
            <a:round/>
            <a:headEnd len="med" w="med" type="none"/>
            <a:tailEnd len="med" w="med" type="diamond"/>
          </a:ln>
        </p:spPr>
      </p:sp>
      <p:sp>
        <p:nvSpPr>
          <p:cNvPr id="444" name="Google Shape;444;p25"/>
          <p:cNvSpPr/>
          <p:nvPr/>
        </p:nvSpPr>
        <p:spPr>
          <a:xfrm>
            <a:off x="4893525" y="2723575"/>
            <a:ext cx="2243200" cy="1306650"/>
          </a:xfrm>
          <a:custGeom>
            <a:rect b="b" l="l" r="r" t="t"/>
            <a:pathLst>
              <a:path extrusionOk="0" h="52266" w="89728">
                <a:moveTo>
                  <a:pt x="0" y="52266"/>
                </a:moveTo>
                <a:cubicBezTo>
                  <a:pt x="12336" y="50554"/>
                  <a:pt x="59063" y="50705"/>
                  <a:pt x="74018" y="41994"/>
                </a:cubicBezTo>
                <a:cubicBezTo>
                  <a:pt x="88973" y="33283"/>
                  <a:pt x="87110" y="6999"/>
                  <a:pt x="89728" y="0"/>
                </a:cubicBezTo>
              </a:path>
            </a:pathLst>
          </a:custGeom>
          <a:noFill/>
          <a:ln cap="flat" cmpd="sng" w="9525">
            <a:solidFill>
              <a:schemeClr val="dk2"/>
            </a:solidFill>
            <a:prstDash val="solid"/>
            <a:round/>
            <a:headEnd len="med" w="med" type="none"/>
            <a:tailEnd len="med" w="med" type="stealth"/>
          </a:ln>
        </p:spPr>
      </p:sp>
      <p:sp>
        <p:nvSpPr>
          <p:cNvPr id="445" name="Google Shape;445;p25"/>
          <p:cNvSpPr/>
          <p:nvPr/>
        </p:nvSpPr>
        <p:spPr>
          <a:xfrm>
            <a:off x="8118600" y="2738675"/>
            <a:ext cx="853475" cy="283700"/>
          </a:xfrm>
          <a:custGeom>
            <a:rect b="b" l="l" r="r" t="t"/>
            <a:pathLst>
              <a:path extrusionOk="0" h="11348" w="34139">
                <a:moveTo>
                  <a:pt x="0" y="9063"/>
                </a:moveTo>
                <a:cubicBezTo>
                  <a:pt x="4179" y="9365"/>
                  <a:pt x="19385" y="12387"/>
                  <a:pt x="25075" y="10876"/>
                </a:cubicBezTo>
                <a:cubicBezTo>
                  <a:pt x="30765" y="9366"/>
                  <a:pt x="32628" y="1813"/>
                  <a:pt x="34139" y="0"/>
                </a:cubicBezTo>
              </a:path>
            </a:pathLst>
          </a:custGeom>
          <a:noFill/>
          <a:ln cap="flat" cmpd="sng" w="9525">
            <a:solidFill>
              <a:schemeClr val="dk2"/>
            </a:solidFill>
            <a:prstDash val="solid"/>
            <a:round/>
            <a:headEnd len="med" w="med" type="none"/>
            <a:tailEnd len="med" w="med" type="stealth"/>
          </a:ln>
        </p:spPr>
      </p:sp>
      <p:cxnSp>
        <p:nvCxnSpPr>
          <p:cNvPr id="446" name="Google Shape;446;p25"/>
          <p:cNvCxnSpPr/>
          <p:nvPr/>
        </p:nvCxnSpPr>
        <p:spPr>
          <a:xfrm>
            <a:off x="7219800" y="2723575"/>
            <a:ext cx="1646400" cy="52800"/>
          </a:xfrm>
          <a:prstGeom prst="straightConnector1">
            <a:avLst/>
          </a:prstGeom>
          <a:noFill/>
          <a:ln cap="flat" cmpd="sng" w="9525">
            <a:solidFill>
              <a:srgbClr val="B7B7B7"/>
            </a:solidFill>
            <a:prstDash val="dash"/>
            <a:round/>
            <a:headEnd len="med" w="med" type="none"/>
            <a:tailEnd len="med" w="med" type="none"/>
          </a:ln>
        </p:spPr>
      </p:cxnSp>
      <p:cxnSp>
        <p:nvCxnSpPr>
          <p:cNvPr id="447" name="Google Shape;447;p25"/>
          <p:cNvCxnSpPr/>
          <p:nvPr/>
        </p:nvCxnSpPr>
        <p:spPr>
          <a:xfrm flipH="1">
            <a:off x="7242350" y="1764350"/>
            <a:ext cx="370200" cy="573900"/>
          </a:xfrm>
          <a:prstGeom prst="straightConnector1">
            <a:avLst/>
          </a:prstGeom>
          <a:noFill/>
          <a:ln cap="flat" cmpd="sng" w="9525">
            <a:solidFill>
              <a:srgbClr val="CCCCCC"/>
            </a:solidFill>
            <a:prstDash val="dot"/>
            <a:round/>
            <a:headEnd len="med" w="med" type="none"/>
            <a:tailEnd len="med" w="med" type="stealth"/>
          </a:ln>
        </p:spPr>
      </p:cxnSp>
      <p:cxnSp>
        <p:nvCxnSpPr>
          <p:cNvPr id="448" name="Google Shape;448;p25"/>
          <p:cNvCxnSpPr/>
          <p:nvPr/>
        </p:nvCxnSpPr>
        <p:spPr>
          <a:xfrm rot="10800000">
            <a:off x="7612450" y="1769975"/>
            <a:ext cx="543900" cy="583500"/>
          </a:xfrm>
          <a:prstGeom prst="straightConnector1">
            <a:avLst/>
          </a:prstGeom>
          <a:noFill/>
          <a:ln cap="flat" cmpd="sng" w="9525">
            <a:solidFill>
              <a:srgbClr val="CCCCCC"/>
            </a:solidFill>
            <a:prstDash val="dot"/>
            <a:round/>
            <a:headEnd len="med" w="med" type="stealth"/>
            <a:tailEnd len="med" w="med" type="none"/>
          </a:ln>
        </p:spPr>
      </p:cxnSp>
      <p:sp>
        <p:nvSpPr>
          <p:cNvPr id="449" name="Google Shape;449;p25"/>
          <p:cNvSpPr/>
          <p:nvPr/>
        </p:nvSpPr>
        <p:spPr>
          <a:xfrm>
            <a:off x="6056650" y="1401825"/>
            <a:ext cx="891550" cy="1246225"/>
          </a:xfrm>
          <a:custGeom>
            <a:rect b="b" l="l" r="r" t="t"/>
            <a:pathLst>
              <a:path extrusionOk="0" h="49849" w="35662">
                <a:moveTo>
                  <a:pt x="27795" y="49849"/>
                </a:moveTo>
                <a:cubicBezTo>
                  <a:pt x="29104" y="46778"/>
                  <a:pt x="35700" y="35650"/>
                  <a:pt x="35650" y="31420"/>
                </a:cubicBezTo>
                <a:cubicBezTo>
                  <a:pt x="35600" y="27190"/>
                  <a:pt x="27896" y="26636"/>
                  <a:pt x="27493" y="24471"/>
                </a:cubicBezTo>
                <a:cubicBezTo>
                  <a:pt x="27090" y="22306"/>
                  <a:pt x="37815" y="22508"/>
                  <a:pt x="33233" y="18429"/>
                </a:cubicBezTo>
                <a:cubicBezTo>
                  <a:pt x="28651" y="14351"/>
                  <a:pt x="5539" y="3072"/>
                  <a:pt x="0" y="0"/>
                </a:cubicBezTo>
              </a:path>
            </a:pathLst>
          </a:custGeom>
          <a:noFill/>
          <a:ln cap="flat" cmpd="sng" w="9525">
            <a:solidFill>
              <a:schemeClr val="dk2"/>
            </a:solidFill>
            <a:prstDash val="solid"/>
            <a:round/>
            <a:headEnd len="med" w="med" type="none"/>
            <a:tailEnd len="med" w="med" type="diamond"/>
          </a:ln>
        </p:spPr>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3" name="Shape 453"/>
        <p:cNvGrpSpPr/>
        <p:nvPr/>
      </p:nvGrpSpPr>
      <p:grpSpPr>
        <a:xfrm>
          <a:off x="0" y="0"/>
          <a:ext cx="0" cy="0"/>
          <a:chOff x="0" y="0"/>
          <a:chExt cx="0" cy="0"/>
        </a:xfrm>
      </p:grpSpPr>
      <p:sp>
        <p:nvSpPr>
          <p:cNvPr id="454" name="Google Shape;454;p26"/>
          <p:cNvSpPr txBox="1"/>
          <p:nvPr/>
        </p:nvSpPr>
        <p:spPr>
          <a:xfrm>
            <a:off x="2574800" y="1835375"/>
            <a:ext cx="44109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TRIPS PASS PLAYS</a:t>
            </a:r>
            <a:endParaRPr sz="4120">
              <a:solidFill>
                <a:srgbClr val="CCCCCC"/>
              </a:solidFill>
              <a:latin typeface="Oswald"/>
              <a:ea typeface="Oswald"/>
              <a:cs typeface="Oswald"/>
              <a:sym typeface="Oswald"/>
            </a:endParaRPr>
          </a:p>
          <a:p>
            <a:pPr indent="0" lvl="0" marL="0" rtl="0" algn="l">
              <a:spcBef>
                <a:spcPts val="0"/>
              </a:spcBef>
              <a:spcAft>
                <a:spcPts val="0"/>
              </a:spcAft>
              <a:buNone/>
            </a:pPr>
            <a:r>
              <a:t/>
            </a:r>
            <a:endParaRPr sz="4120">
              <a:solidFill>
                <a:srgbClr val="CCCCCC"/>
              </a:solidFill>
              <a:latin typeface="Oswald"/>
              <a:ea typeface="Oswald"/>
              <a:cs typeface="Oswald"/>
              <a:sym typeface="Oswald"/>
            </a:endParaRPr>
          </a:p>
        </p:txBody>
      </p:sp>
      <p:pic>
        <p:nvPicPr>
          <p:cNvPr id="455" name="Google Shape;455;p26"/>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cxnSp>
        <p:nvCxnSpPr>
          <p:cNvPr id="456" name="Google Shape;456;p26"/>
          <p:cNvCxnSpPr/>
          <p:nvPr/>
        </p:nvCxnSpPr>
        <p:spPr>
          <a:xfrm>
            <a:off x="3065725" y="2617825"/>
            <a:ext cx="2847300" cy="0"/>
          </a:xfrm>
          <a:prstGeom prst="straightConnector1">
            <a:avLst/>
          </a:prstGeom>
          <a:noFill/>
          <a:ln cap="flat" cmpd="sng" w="28575">
            <a:solidFill>
              <a:srgbClr val="0000FF"/>
            </a:solidFill>
            <a:prstDash val="solid"/>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0" name="Shape 460"/>
        <p:cNvGrpSpPr/>
        <p:nvPr/>
      </p:nvGrpSpPr>
      <p:grpSpPr>
        <a:xfrm>
          <a:off x="0" y="0"/>
          <a:ext cx="0" cy="0"/>
          <a:chOff x="0" y="0"/>
          <a:chExt cx="0" cy="0"/>
        </a:xfrm>
      </p:grpSpPr>
      <p:sp>
        <p:nvSpPr>
          <p:cNvPr id="461" name="Google Shape;461;p27"/>
          <p:cNvSpPr/>
          <p:nvPr/>
        </p:nvSpPr>
        <p:spPr>
          <a:xfrm>
            <a:off x="8359413" y="5483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2" name="Google Shape;462;p27"/>
          <p:cNvSpPr/>
          <p:nvPr/>
        </p:nvSpPr>
        <p:spPr>
          <a:xfrm>
            <a:off x="6993000" y="13643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3" name="Google Shape;463;p27"/>
          <p:cNvSpPr/>
          <p:nvPr/>
        </p:nvSpPr>
        <p:spPr>
          <a:xfrm>
            <a:off x="1872400" y="14552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4" name="Google Shape;464;p27"/>
          <p:cNvSpPr/>
          <p:nvPr/>
        </p:nvSpPr>
        <p:spPr>
          <a:xfrm>
            <a:off x="2713463" y="1750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5" name="Google Shape;465;p27"/>
          <p:cNvSpPr/>
          <p:nvPr/>
        </p:nvSpPr>
        <p:spPr>
          <a:xfrm>
            <a:off x="3981713" y="16246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6" name="Google Shape;466;p27"/>
          <p:cNvSpPr/>
          <p:nvPr/>
        </p:nvSpPr>
        <p:spPr>
          <a:xfrm>
            <a:off x="5083825" y="1660225"/>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7" name="Google Shape;467;p27"/>
          <p:cNvSpPr txBox="1"/>
          <p:nvPr/>
        </p:nvSpPr>
        <p:spPr>
          <a:xfrm>
            <a:off x="0" y="0"/>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TRIPS 34 Hook Out</a:t>
            </a:r>
            <a:endParaRPr sz="4120">
              <a:solidFill>
                <a:srgbClr val="CCCCCC"/>
              </a:solidFill>
              <a:latin typeface="Oswald"/>
              <a:ea typeface="Oswald"/>
              <a:cs typeface="Oswald"/>
              <a:sym typeface="Oswald"/>
            </a:endParaRPr>
          </a:p>
        </p:txBody>
      </p:sp>
      <p:sp>
        <p:nvSpPr>
          <p:cNvPr id="468" name="Google Shape;468;p27"/>
          <p:cNvSpPr/>
          <p:nvPr/>
        </p:nvSpPr>
        <p:spPr>
          <a:xfrm>
            <a:off x="6411463" y="1808350"/>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9" name="Google Shape;469;p27"/>
          <p:cNvSpPr/>
          <p:nvPr/>
        </p:nvSpPr>
        <p:spPr>
          <a:xfrm>
            <a:off x="500563" y="12506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0" name="Google Shape;470;p27"/>
          <p:cNvSpPr/>
          <p:nvPr/>
        </p:nvSpPr>
        <p:spPr>
          <a:xfrm>
            <a:off x="3516263" y="10679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1" name="Google Shape;471;p27"/>
          <p:cNvSpPr/>
          <p:nvPr/>
        </p:nvSpPr>
        <p:spPr>
          <a:xfrm>
            <a:off x="5400163" y="103631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2" name="Google Shape;472;p27"/>
          <p:cNvSpPr/>
          <p:nvPr/>
        </p:nvSpPr>
        <p:spPr>
          <a:xfrm>
            <a:off x="4397838" y="284925"/>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3" name="Google Shape;473;p27"/>
          <p:cNvSpPr/>
          <p:nvPr/>
        </p:nvSpPr>
        <p:spPr>
          <a:xfrm>
            <a:off x="4444432" y="22162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7"/>
          <p:cNvSpPr/>
          <p:nvPr/>
        </p:nvSpPr>
        <p:spPr>
          <a:xfrm>
            <a:off x="5103472"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7"/>
          <p:cNvSpPr/>
          <p:nvPr/>
        </p:nvSpPr>
        <p:spPr>
          <a:xfrm>
            <a:off x="5860649"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7"/>
          <p:cNvSpPr/>
          <p:nvPr/>
        </p:nvSpPr>
        <p:spPr>
          <a:xfrm>
            <a:off x="2930077"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7"/>
          <p:cNvSpPr/>
          <p:nvPr/>
        </p:nvSpPr>
        <p:spPr>
          <a:xfrm>
            <a:off x="3687254"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7"/>
          <p:cNvSpPr/>
          <p:nvPr/>
        </p:nvSpPr>
        <p:spPr>
          <a:xfrm>
            <a:off x="6446855" y="27805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479" name="Google Shape;479;p27"/>
          <p:cNvSpPr/>
          <p:nvPr/>
        </p:nvSpPr>
        <p:spPr>
          <a:xfrm>
            <a:off x="7713993" y="2785696"/>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480" name="Google Shape;480;p27"/>
          <p:cNvSpPr/>
          <p:nvPr/>
        </p:nvSpPr>
        <p:spPr>
          <a:xfrm>
            <a:off x="8559695" y="2151138"/>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481" name="Google Shape;481;p27"/>
          <p:cNvSpPr/>
          <p:nvPr/>
        </p:nvSpPr>
        <p:spPr>
          <a:xfrm>
            <a:off x="4595792" y="3763347"/>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482" name="Google Shape;482;p27"/>
          <p:cNvSpPr/>
          <p:nvPr/>
        </p:nvSpPr>
        <p:spPr>
          <a:xfrm>
            <a:off x="5008312" y="3763348"/>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483" name="Google Shape;483;p27"/>
          <p:cNvSpPr/>
          <p:nvPr/>
        </p:nvSpPr>
        <p:spPr>
          <a:xfrm>
            <a:off x="252761" y="2216385"/>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484" name="Google Shape;484;p27"/>
          <p:cNvCxnSpPr>
            <a:stCxn id="476" idx="4"/>
          </p:cNvCxnSpPr>
          <p:nvPr/>
        </p:nvCxnSpPr>
        <p:spPr>
          <a:xfrm>
            <a:off x="3223177" y="2708541"/>
            <a:ext cx="223200" cy="339600"/>
          </a:xfrm>
          <a:prstGeom prst="straightConnector1">
            <a:avLst/>
          </a:prstGeom>
          <a:noFill/>
          <a:ln cap="flat" cmpd="sng" w="9525">
            <a:solidFill>
              <a:schemeClr val="dk2"/>
            </a:solidFill>
            <a:prstDash val="solid"/>
            <a:round/>
            <a:headEnd len="med" w="med" type="none"/>
            <a:tailEnd len="med" w="med" type="diamond"/>
          </a:ln>
        </p:spPr>
      </p:cxnSp>
      <p:cxnSp>
        <p:nvCxnSpPr>
          <p:cNvPr id="485" name="Google Shape;485;p27"/>
          <p:cNvCxnSpPr/>
          <p:nvPr/>
        </p:nvCxnSpPr>
        <p:spPr>
          <a:xfrm>
            <a:off x="3981727" y="2708541"/>
            <a:ext cx="223200" cy="339600"/>
          </a:xfrm>
          <a:prstGeom prst="straightConnector1">
            <a:avLst/>
          </a:prstGeom>
          <a:noFill/>
          <a:ln cap="flat" cmpd="sng" w="9525">
            <a:solidFill>
              <a:schemeClr val="dk2"/>
            </a:solidFill>
            <a:prstDash val="solid"/>
            <a:round/>
            <a:headEnd len="med" w="med" type="none"/>
            <a:tailEnd len="med" w="med" type="diamond"/>
          </a:ln>
        </p:spPr>
      </p:cxnSp>
      <p:cxnSp>
        <p:nvCxnSpPr>
          <p:cNvPr id="486" name="Google Shape;486;p27"/>
          <p:cNvCxnSpPr/>
          <p:nvPr/>
        </p:nvCxnSpPr>
        <p:spPr>
          <a:xfrm flipH="1">
            <a:off x="4701827" y="2708541"/>
            <a:ext cx="7200" cy="382800"/>
          </a:xfrm>
          <a:prstGeom prst="straightConnector1">
            <a:avLst/>
          </a:prstGeom>
          <a:noFill/>
          <a:ln cap="flat" cmpd="sng" w="9525">
            <a:solidFill>
              <a:schemeClr val="dk2"/>
            </a:solidFill>
            <a:prstDash val="solid"/>
            <a:round/>
            <a:headEnd len="med" w="med" type="none"/>
            <a:tailEnd len="med" w="med" type="diamond"/>
          </a:ln>
        </p:spPr>
      </p:cxnSp>
      <p:cxnSp>
        <p:nvCxnSpPr>
          <p:cNvPr id="487" name="Google Shape;487;p27"/>
          <p:cNvCxnSpPr/>
          <p:nvPr/>
        </p:nvCxnSpPr>
        <p:spPr>
          <a:xfrm flipH="1">
            <a:off x="5212677" y="2708541"/>
            <a:ext cx="187500" cy="365400"/>
          </a:xfrm>
          <a:prstGeom prst="straightConnector1">
            <a:avLst/>
          </a:prstGeom>
          <a:noFill/>
          <a:ln cap="flat" cmpd="sng" w="9525">
            <a:solidFill>
              <a:schemeClr val="dk2"/>
            </a:solidFill>
            <a:prstDash val="solid"/>
            <a:round/>
            <a:headEnd len="med" w="med" type="none"/>
            <a:tailEnd len="med" w="med" type="diamond"/>
          </a:ln>
        </p:spPr>
      </p:cxnSp>
      <p:cxnSp>
        <p:nvCxnSpPr>
          <p:cNvPr id="488" name="Google Shape;488;p27"/>
          <p:cNvCxnSpPr/>
          <p:nvPr/>
        </p:nvCxnSpPr>
        <p:spPr>
          <a:xfrm flipH="1">
            <a:off x="5964477" y="2717241"/>
            <a:ext cx="187500" cy="365400"/>
          </a:xfrm>
          <a:prstGeom prst="straightConnector1">
            <a:avLst/>
          </a:prstGeom>
          <a:noFill/>
          <a:ln cap="flat" cmpd="sng" w="9525">
            <a:solidFill>
              <a:schemeClr val="dk2"/>
            </a:solidFill>
            <a:prstDash val="solid"/>
            <a:round/>
            <a:headEnd len="med" w="med" type="none"/>
            <a:tailEnd len="med" w="med" type="diamond"/>
          </a:ln>
        </p:spPr>
      </p:cxnSp>
      <p:cxnSp>
        <p:nvCxnSpPr>
          <p:cNvPr id="489" name="Google Shape;489;p27"/>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490" name="Google Shape;490;p27"/>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cxnSp>
        <p:nvCxnSpPr>
          <p:cNvPr id="491" name="Google Shape;491;p27"/>
          <p:cNvCxnSpPr/>
          <p:nvPr/>
        </p:nvCxnSpPr>
        <p:spPr>
          <a:xfrm rot="10800000">
            <a:off x="4746650" y="3316350"/>
            <a:ext cx="464100" cy="434400"/>
          </a:xfrm>
          <a:prstGeom prst="straightConnector1">
            <a:avLst/>
          </a:prstGeom>
          <a:noFill/>
          <a:ln cap="flat" cmpd="sng" w="9525">
            <a:solidFill>
              <a:schemeClr val="dk2"/>
            </a:solidFill>
            <a:prstDash val="solid"/>
            <a:round/>
            <a:headEnd len="med" w="med" type="none"/>
            <a:tailEnd len="med" w="med" type="diamond"/>
          </a:ln>
        </p:spPr>
      </p:cxnSp>
      <p:sp>
        <p:nvSpPr>
          <p:cNvPr id="492" name="Google Shape;492;p27"/>
          <p:cNvSpPr txBox="1"/>
          <p:nvPr/>
        </p:nvSpPr>
        <p:spPr>
          <a:xfrm>
            <a:off x="4658700" y="-12"/>
            <a:ext cx="4485300" cy="24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solidFill>
                  <a:schemeClr val="dk2"/>
                </a:solidFill>
                <a:latin typeface="Calibri"/>
                <a:ea typeface="Calibri"/>
                <a:cs typeface="Calibri"/>
                <a:sym typeface="Calibri"/>
              </a:rPr>
              <a:t>OPPOSITE PLAY: Trips Left 34 Hitch Out</a:t>
            </a:r>
            <a:endParaRPr sz="1500">
              <a:solidFill>
                <a:schemeClr val="dk2"/>
              </a:solidFill>
              <a:latin typeface="Calibri"/>
              <a:ea typeface="Calibri"/>
              <a:cs typeface="Calibri"/>
              <a:sym typeface="Calibri"/>
            </a:endParaRPr>
          </a:p>
        </p:txBody>
      </p:sp>
      <p:sp>
        <p:nvSpPr>
          <p:cNvPr id="493" name="Google Shape;493;p27"/>
          <p:cNvSpPr/>
          <p:nvPr/>
        </p:nvSpPr>
        <p:spPr>
          <a:xfrm>
            <a:off x="6721325" y="1120832"/>
            <a:ext cx="324750" cy="1451650"/>
          </a:xfrm>
          <a:custGeom>
            <a:rect b="b" l="l" r="r" t="t"/>
            <a:pathLst>
              <a:path extrusionOk="0" h="58066" w="12990">
                <a:moveTo>
                  <a:pt x="0" y="58067"/>
                </a:moveTo>
                <a:cubicBezTo>
                  <a:pt x="352" y="48752"/>
                  <a:pt x="-51" y="9880"/>
                  <a:pt x="2114" y="2176"/>
                </a:cubicBezTo>
                <a:cubicBezTo>
                  <a:pt x="4279" y="-5528"/>
                  <a:pt x="11177" y="10233"/>
                  <a:pt x="12990" y="11844"/>
                </a:cubicBezTo>
              </a:path>
            </a:pathLst>
          </a:custGeom>
          <a:noFill/>
          <a:ln cap="flat" cmpd="sng" w="9525">
            <a:solidFill>
              <a:schemeClr val="dk2"/>
            </a:solidFill>
            <a:prstDash val="solid"/>
            <a:round/>
            <a:headEnd len="med" w="med" type="none"/>
            <a:tailEnd len="med" w="med" type="oval"/>
          </a:ln>
        </p:spPr>
      </p:sp>
      <p:sp>
        <p:nvSpPr>
          <p:cNvPr id="494" name="Google Shape;494;p27"/>
          <p:cNvSpPr/>
          <p:nvPr/>
        </p:nvSpPr>
        <p:spPr>
          <a:xfrm>
            <a:off x="7739119" y="1184431"/>
            <a:ext cx="658925" cy="1395625"/>
          </a:xfrm>
          <a:custGeom>
            <a:rect b="b" l="l" r="r" t="t"/>
            <a:pathLst>
              <a:path extrusionOk="0" h="55825" w="26357">
                <a:moveTo>
                  <a:pt x="3698" y="55826"/>
                </a:moveTo>
                <a:cubicBezTo>
                  <a:pt x="3295" y="47367"/>
                  <a:pt x="-2495" y="14134"/>
                  <a:pt x="1281" y="5070"/>
                </a:cubicBezTo>
                <a:cubicBezTo>
                  <a:pt x="5058" y="-3993"/>
                  <a:pt x="22178" y="2049"/>
                  <a:pt x="26357" y="1445"/>
                </a:cubicBezTo>
              </a:path>
            </a:pathLst>
          </a:custGeom>
          <a:noFill/>
          <a:ln cap="flat" cmpd="sng" w="9525">
            <a:solidFill>
              <a:schemeClr val="dk2"/>
            </a:solidFill>
            <a:prstDash val="solid"/>
            <a:round/>
            <a:headEnd len="med" w="med" type="none"/>
            <a:tailEnd len="med" w="med" type="stealth"/>
          </a:ln>
        </p:spPr>
      </p:sp>
      <p:sp>
        <p:nvSpPr>
          <p:cNvPr id="495" name="Google Shape;495;p27"/>
          <p:cNvSpPr/>
          <p:nvPr/>
        </p:nvSpPr>
        <p:spPr>
          <a:xfrm>
            <a:off x="8707725" y="548350"/>
            <a:ext cx="140100" cy="1419925"/>
          </a:xfrm>
          <a:custGeom>
            <a:rect b="b" l="l" r="r" t="t"/>
            <a:pathLst>
              <a:path extrusionOk="0" h="56797" w="5604">
                <a:moveTo>
                  <a:pt x="0" y="56797"/>
                </a:moveTo>
                <a:cubicBezTo>
                  <a:pt x="906" y="51208"/>
                  <a:pt x="4784" y="32729"/>
                  <a:pt x="5438" y="23263"/>
                </a:cubicBezTo>
                <a:cubicBezTo>
                  <a:pt x="6093" y="13797"/>
                  <a:pt x="4179" y="3877"/>
                  <a:pt x="3927" y="0"/>
                </a:cubicBezTo>
              </a:path>
            </a:pathLst>
          </a:custGeom>
          <a:noFill/>
          <a:ln cap="flat" cmpd="sng" w="9525">
            <a:solidFill>
              <a:schemeClr val="dk2"/>
            </a:solidFill>
            <a:prstDash val="solid"/>
            <a:round/>
            <a:headEnd len="med" w="med" type="none"/>
            <a:tailEnd len="med" w="med" type="stealth"/>
          </a:ln>
        </p:spPr>
      </p:sp>
      <p:sp>
        <p:nvSpPr>
          <p:cNvPr id="496" name="Google Shape;496;p27"/>
          <p:cNvSpPr/>
          <p:nvPr/>
        </p:nvSpPr>
        <p:spPr>
          <a:xfrm>
            <a:off x="576420" y="918425"/>
            <a:ext cx="593525" cy="1148050"/>
          </a:xfrm>
          <a:custGeom>
            <a:rect b="b" l="l" r="r" t="t"/>
            <a:pathLst>
              <a:path extrusionOk="0" h="45922" w="23741">
                <a:moveTo>
                  <a:pt x="176" y="45922"/>
                </a:moveTo>
                <a:cubicBezTo>
                  <a:pt x="579" y="40333"/>
                  <a:pt x="-1334" y="20041"/>
                  <a:pt x="2593" y="12387"/>
                </a:cubicBezTo>
                <a:cubicBezTo>
                  <a:pt x="6521" y="4733"/>
                  <a:pt x="20216" y="2065"/>
                  <a:pt x="23741" y="0"/>
                </a:cubicBezTo>
              </a:path>
            </a:pathLst>
          </a:custGeom>
          <a:noFill/>
          <a:ln cap="flat" cmpd="sng" w="9525">
            <a:solidFill>
              <a:schemeClr val="dk2"/>
            </a:solidFill>
            <a:prstDash val="solid"/>
            <a:round/>
            <a:headEnd len="med" w="med" type="none"/>
            <a:tailEnd len="med" w="med" type="stealth"/>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0" name="Shape 500"/>
        <p:cNvGrpSpPr/>
        <p:nvPr/>
      </p:nvGrpSpPr>
      <p:grpSpPr>
        <a:xfrm>
          <a:off x="0" y="0"/>
          <a:ext cx="0" cy="0"/>
          <a:chOff x="0" y="0"/>
          <a:chExt cx="0" cy="0"/>
        </a:xfrm>
      </p:grpSpPr>
      <p:sp>
        <p:nvSpPr>
          <p:cNvPr id="501" name="Google Shape;501;p28"/>
          <p:cNvSpPr/>
          <p:nvPr/>
        </p:nvSpPr>
        <p:spPr>
          <a:xfrm>
            <a:off x="8359413" y="5483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2" name="Google Shape;502;p28"/>
          <p:cNvSpPr/>
          <p:nvPr/>
        </p:nvSpPr>
        <p:spPr>
          <a:xfrm>
            <a:off x="6993000" y="13643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3" name="Google Shape;503;p28"/>
          <p:cNvSpPr/>
          <p:nvPr/>
        </p:nvSpPr>
        <p:spPr>
          <a:xfrm>
            <a:off x="1872400" y="14552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4" name="Google Shape;504;p28"/>
          <p:cNvSpPr/>
          <p:nvPr/>
        </p:nvSpPr>
        <p:spPr>
          <a:xfrm>
            <a:off x="2713463" y="1750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5" name="Google Shape;505;p28"/>
          <p:cNvSpPr/>
          <p:nvPr/>
        </p:nvSpPr>
        <p:spPr>
          <a:xfrm>
            <a:off x="3374038" y="112081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6" name="Google Shape;506;p28"/>
          <p:cNvSpPr/>
          <p:nvPr/>
        </p:nvSpPr>
        <p:spPr>
          <a:xfrm>
            <a:off x="5132275" y="172251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7" name="Google Shape;507;p28"/>
          <p:cNvSpPr txBox="1"/>
          <p:nvPr/>
        </p:nvSpPr>
        <p:spPr>
          <a:xfrm>
            <a:off x="0" y="0"/>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TRIPS 34 Arrow Hitch</a:t>
            </a:r>
            <a:endParaRPr sz="4120">
              <a:solidFill>
                <a:srgbClr val="CCCCCC"/>
              </a:solidFill>
              <a:latin typeface="Oswald"/>
              <a:ea typeface="Oswald"/>
              <a:cs typeface="Oswald"/>
              <a:sym typeface="Oswald"/>
            </a:endParaRPr>
          </a:p>
        </p:txBody>
      </p:sp>
      <p:sp>
        <p:nvSpPr>
          <p:cNvPr id="508" name="Google Shape;508;p28"/>
          <p:cNvSpPr/>
          <p:nvPr/>
        </p:nvSpPr>
        <p:spPr>
          <a:xfrm>
            <a:off x="6411463" y="1808350"/>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9" name="Google Shape;509;p28"/>
          <p:cNvSpPr/>
          <p:nvPr/>
        </p:nvSpPr>
        <p:spPr>
          <a:xfrm>
            <a:off x="500563" y="12506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0" name="Google Shape;510;p28"/>
          <p:cNvSpPr/>
          <p:nvPr/>
        </p:nvSpPr>
        <p:spPr>
          <a:xfrm>
            <a:off x="3853063" y="16688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1" name="Google Shape;511;p28"/>
          <p:cNvSpPr/>
          <p:nvPr/>
        </p:nvSpPr>
        <p:spPr>
          <a:xfrm>
            <a:off x="5512338" y="1144275"/>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2" name="Google Shape;512;p28"/>
          <p:cNvSpPr/>
          <p:nvPr/>
        </p:nvSpPr>
        <p:spPr>
          <a:xfrm>
            <a:off x="4397838" y="284925"/>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3" name="Google Shape;513;p28"/>
          <p:cNvSpPr/>
          <p:nvPr/>
        </p:nvSpPr>
        <p:spPr>
          <a:xfrm>
            <a:off x="4444432" y="22162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8"/>
          <p:cNvSpPr/>
          <p:nvPr/>
        </p:nvSpPr>
        <p:spPr>
          <a:xfrm>
            <a:off x="5103472"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8"/>
          <p:cNvSpPr/>
          <p:nvPr/>
        </p:nvSpPr>
        <p:spPr>
          <a:xfrm>
            <a:off x="5860649"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8"/>
          <p:cNvSpPr/>
          <p:nvPr/>
        </p:nvSpPr>
        <p:spPr>
          <a:xfrm>
            <a:off x="2930077"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8"/>
          <p:cNvSpPr/>
          <p:nvPr/>
        </p:nvSpPr>
        <p:spPr>
          <a:xfrm>
            <a:off x="3687254"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8"/>
          <p:cNvSpPr/>
          <p:nvPr/>
        </p:nvSpPr>
        <p:spPr>
          <a:xfrm>
            <a:off x="6446855" y="27805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519" name="Google Shape;519;p28"/>
          <p:cNvSpPr/>
          <p:nvPr/>
        </p:nvSpPr>
        <p:spPr>
          <a:xfrm>
            <a:off x="7713993" y="2785696"/>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520" name="Google Shape;520;p28"/>
          <p:cNvSpPr/>
          <p:nvPr/>
        </p:nvSpPr>
        <p:spPr>
          <a:xfrm>
            <a:off x="8559695" y="2151138"/>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521" name="Google Shape;521;p28"/>
          <p:cNvSpPr/>
          <p:nvPr/>
        </p:nvSpPr>
        <p:spPr>
          <a:xfrm>
            <a:off x="4595792" y="3763347"/>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522" name="Google Shape;522;p28"/>
          <p:cNvSpPr/>
          <p:nvPr/>
        </p:nvSpPr>
        <p:spPr>
          <a:xfrm>
            <a:off x="5008312" y="3763348"/>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523" name="Google Shape;523;p28"/>
          <p:cNvSpPr/>
          <p:nvPr/>
        </p:nvSpPr>
        <p:spPr>
          <a:xfrm>
            <a:off x="252761" y="2216385"/>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524" name="Google Shape;524;p28"/>
          <p:cNvCxnSpPr>
            <a:stCxn id="516" idx="4"/>
          </p:cNvCxnSpPr>
          <p:nvPr/>
        </p:nvCxnSpPr>
        <p:spPr>
          <a:xfrm>
            <a:off x="3223177" y="2708541"/>
            <a:ext cx="223200" cy="339600"/>
          </a:xfrm>
          <a:prstGeom prst="straightConnector1">
            <a:avLst/>
          </a:prstGeom>
          <a:noFill/>
          <a:ln cap="flat" cmpd="sng" w="9525">
            <a:solidFill>
              <a:schemeClr val="dk2"/>
            </a:solidFill>
            <a:prstDash val="solid"/>
            <a:round/>
            <a:headEnd len="med" w="med" type="none"/>
            <a:tailEnd len="med" w="med" type="diamond"/>
          </a:ln>
        </p:spPr>
      </p:cxnSp>
      <p:cxnSp>
        <p:nvCxnSpPr>
          <p:cNvPr id="525" name="Google Shape;525;p28"/>
          <p:cNvCxnSpPr/>
          <p:nvPr/>
        </p:nvCxnSpPr>
        <p:spPr>
          <a:xfrm>
            <a:off x="3981727" y="2708541"/>
            <a:ext cx="223200" cy="339600"/>
          </a:xfrm>
          <a:prstGeom prst="straightConnector1">
            <a:avLst/>
          </a:prstGeom>
          <a:noFill/>
          <a:ln cap="flat" cmpd="sng" w="9525">
            <a:solidFill>
              <a:schemeClr val="dk2"/>
            </a:solidFill>
            <a:prstDash val="solid"/>
            <a:round/>
            <a:headEnd len="med" w="med" type="none"/>
            <a:tailEnd len="med" w="med" type="diamond"/>
          </a:ln>
        </p:spPr>
      </p:cxnSp>
      <p:cxnSp>
        <p:nvCxnSpPr>
          <p:cNvPr id="526" name="Google Shape;526;p28"/>
          <p:cNvCxnSpPr/>
          <p:nvPr/>
        </p:nvCxnSpPr>
        <p:spPr>
          <a:xfrm flipH="1">
            <a:off x="4701827" y="2708541"/>
            <a:ext cx="7200" cy="382800"/>
          </a:xfrm>
          <a:prstGeom prst="straightConnector1">
            <a:avLst/>
          </a:prstGeom>
          <a:noFill/>
          <a:ln cap="flat" cmpd="sng" w="9525">
            <a:solidFill>
              <a:schemeClr val="dk2"/>
            </a:solidFill>
            <a:prstDash val="solid"/>
            <a:round/>
            <a:headEnd len="med" w="med" type="none"/>
            <a:tailEnd len="med" w="med" type="diamond"/>
          </a:ln>
        </p:spPr>
      </p:cxnSp>
      <p:cxnSp>
        <p:nvCxnSpPr>
          <p:cNvPr id="527" name="Google Shape;527;p28"/>
          <p:cNvCxnSpPr/>
          <p:nvPr/>
        </p:nvCxnSpPr>
        <p:spPr>
          <a:xfrm flipH="1">
            <a:off x="5212677" y="2708541"/>
            <a:ext cx="187500" cy="365400"/>
          </a:xfrm>
          <a:prstGeom prst="straightConnector1">
            <a:avLst/>
          </a:prstGeom>
          <a:noFill/>
          <a:ln cap="flat" cmpd="sng" w="9525">
            <a:solidFill>
              <a:schemeClr val="dk2"/>
            </a:solidFill>
            <a:prstDash val="solid"/>
            <a:round/>
            <a:headEnd len="med" w="med" type="none"/>
            <a:tailEnd len="med" w="med" type="diamond"/>
          </a:ln>
        </p:spPr>
      </p:cxnSp>
      <p:cxnSp>
        <p:nvCxnSpPr>
          <p:cNvPr id="528" name="Google Shape;528;p28"/>
          <p:cNvCxnSpPr/>
          <p:nvPr/>
        </p:nvCxnSpPr>
        <p:spPr>
          <a:xfrm flipH="1">
            <a:off x="5964477" y="2717241"/>
            <a:ext cx="187500" cy="365400"/>
          </a:xfrm>
          <a:prstGeom prst="straightConnector1">
            <a:avLst/>
          </a:prstGeom>
          <a:noFill/>
          <a:ln cap="flat" cmpd="sng" w="9525">
            <a:solidFill>
              <a:schemeClr val="dk2"/>
            </a:solidFill>
            <a:prstDash val="solid"/>
            <a:round/>
            <a:headEnd len="med" w="med" type="none"/>
            <a:tailEnd len="med" w="med" type="diamond"/>
          </a:ln>
        </p:spPr>
      </p:cxnSp>
      <p:cxnSp>
        <p:nvCxnSpPr>
          <p:cNvPr id="529" name="Google Shape;529;p28"/>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530" name="Google Shape;530;p28"/>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cxnSp>
        <p:nvCxnSpPr>
          <p:cNvPr id="531" name="Google Shape;531;p28"/>
          <p:cNvCxnSpPr/>
          <p:nvPr/>
        </p:nvCxnSpPr>
        <p:spPr>
          <a:xfrm rot="10800000">
            <a:off x="4746650" y="3316350"/>
            <a:ext cx="464100" cy="434400"/>
          </a:xfrm>
          <a:prstGeom prst="straightConnector1">
            <a:avLst/>
          </a:prstGeom>
          <a:noFill/>
          <a:ln cap="flat" cmpd="sng" w="9525">
            <a:solidFill>
              <a:schemeClr val="dk2"/>
            </a:solidFill>
            <a:prstDash val="solid"/>
            <a:round/>
            <a:headEnd len="med" w="med" type="none"/>
            <a:tailEnd len="med" w="med" type="diamond"/>
          </a:ln>
        </p:spPr>
      </p:cxnSp>
      <p:sp>
        <p:nvSpPr>
          <p:cNvPr id="532" name="Google Shape;532;p28"/>
          <p:cNvSpPr txBox="1"/>
          <p:nvPr/>
        </p:nvSpPr>
        <p:spPr>
          <a:xfrm>
            <a:off x="4658700" y="-12"/>
            <a:ext cx="4485300" cy="24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solidFill>
                  <a:schemeClr val="dk2"/>
                </a:solidFill>
                <a:latin typeface="Calibri"/>
                <a:ea typeface="Calibri"/>
                <a:cs typeface="Calibri"/>
                <a:sym typeface="Calibri"/>
              </a:rPr>
              <a:t>OPPOSITE PLAY: Trips Left 34 Arrow Hitch</a:t>
            </a:r>
            <a:endParaRPr sz="1500">
              <a:solidFill>
                <a:schemeClr val="dk2"/>
              </a:solidFill>
              <a:latin typeface="Calibri"/>
              <a:ea typeface="Calibri"/>
              <a:cs typeface="Calibri"/>
              <a:sym typeface="Calibri"/>
            </a:endParaRPr>
          </a:p>
        </p:txBody>
      </p:sp>
      <p:sp>
        <p:nvSpPr>
          <p:cNvPr id="533" name="Google Shape;533;p28"/>
          <p:cNvSpPr/>
          <p:nvPr/>
        </p:nvSpPr>
        <p:spPr>
          <a:xfrm>
            <a:off x="8707725" y="548350"/>
            <a:ext cx="140100" cy="1419925"/>
          </a:xfrm>
          <a:custGeom>
            <a:rect b="b" l="l" r="r" t="t"/>
            <a:pathLst>
              <a:path extrusionOk="0" h="56797" w="5604">
                <a:moveTo>
                  <a:pt x="0" y="56797"/>
                </a:moveTo>
                <a:cubicBezTo>
                  <a:pt x="906" y="51208"/>
                  <a:pt x="4784" y="32729"/>
                  <a:pt x="5438" y="23263"/>
                </a:cubicBezTo>
                <a:cubicBezTo>
                  <a:pt x="6093" y="13797"/>
                  <a:pt x="4179" y="3877"/>
                  <a:pt x="3927" y="0"/>
                </a:cubicBezTo>
              </a:path>
            </a:pathLst>
          </a:custGeom>
          <a:noFill/>
          <a:ln cap="flat" cmpd="sng" w="9525">
            <a:solidFill>
              <a:schemeClr val="dk2"/>
            </a:solidFill>
            <a:prstDash val="solid"/>
            <a:round/>
            <a:headEnd len="med" w="med" type="none"/>
            <a:tailEnd len="med" w="med" type="stealth"/>
          </a:ln>
        </p:spPr>
      </p:sp>
      <p:sp>
        <p:nvSpPr>
          <p:cNvPr id="534" name="Google Shape;534;p28"/>
          <p:cNvSpPr/>
          <p:nvPr/>
        </p:nvSpPr>
        <p:spPr>
          <a:xfrm>
            <a:off x="576420" y="918425"/>
            <a:ext cx="593525" cy="1148050"/>
          </a:xfrm>
          <a:custGeom>
            <a:rect b="b" l="l" r="r" t="t"/>
            <a:pathLst>
              <a:path extrusionOk="0" h="45922" w="23741">
                <a:moveTo>
                  <a:pt x="176" y="45922"/>
                </a:moveTo>
                <a:cubicBezTo>
                  <a:pt x="579" y="40333"/>
                  <a:pt x="-1334" y="20041"/>
                  <a:pt x="2593" y="12387"/>
                </a:cubicBezTo>
                <a:cubicBezTo>
                  <a:pt x="6521" y="4733"/>
                  <a:pt x="20216" y="2065"/>
                  <a:pt x="23741" y="0"/>
                </a:cubicBezTo>
              </a:path>
            </a:pathLst>
          </a:custGeom>
          <a:noFill/>
          <a:ln cap="flat" cmpd="sng" w="9525">
            <a:solidFill>
              <a:schemeClr val="dk2"/>
            </a:solidFill>
            <a:prstDash val="solid"/>
            <a:round/>
            <a:headEnd len="med" w="med" type="none"/>
            <a:tailEnd len="med" w="med" type="stealth"/>
          </a:ln>
        </p:spPr>
      </p:sp>
      <p:sp>
        <p:nvSpPr>
          <p:cNvPr id="535" name="Google Shape;535;p28"/>
          <p:cNvSpPr/>
          <p:nvPr/>
        </p:nvSpPr>
        <p:spPr>
          <a:xfrm>
            <a:off x="7627650" y="1133647"/>
            <a:ext cx="339875" cy="1514400"/>
          </a:xfrm>
          <a:custGeom>
            <a:rect b="b" l="l" r="r" t="t"/>
            <a:pathLst>
              <a:path extrusionOk="0" h="60576" w="13595">
                <a:moveTo>
                  <a:pt x="13595" y="60576"/>
                </a:moveTo>
                <a:cubicBezTo>
                  <a:pt x="13192" y="50959"/>
                  <a:pt x="13445" y="11482"/>
                  <a:pt x="11179" y="2872"/>
                </a:cubicBezTo>
                <a:cubicBezTo>
                  <a:pt x="8913" y="-5738"/>
                  <a:pt x="1863" y="7907"/>
                  <a:pt x="0" y="8914"/>
                </a:cubicBezTo>
              </a:path>
            </a:pathLst>
          </a:custGeom>
          <a:noFill/>
          <a:ln cap="flat" cmpd="sng" w="9525">
            <a:solidFill>
              <a:schemeClr val="dk2"/>
            </a:solidFill>
            <a:prstDash val="solid"/>
            <a:round/>
            <a:headEnd len="med" w="med" type="none"/>
            <a:tailEnd len="med" w="med" type="diamond"/>
          </a:ln>
        </p:spPr>
      </p:sp>
      <p:sp>
        <p:nvSpPr>
          <p:cNvPr id="536" name="Google Shape;536;p28"/>
          <p:cNvSpPr/>
          <p:nvPr/>
        </p:nvSpPr>
        <p:spPr>
          <a:xfrm>
            <a:off x="6615575" y="1900300"/>
            <a:ext cx="1555900" cy="785500"/>
          </a:xfrm>
          <a:custGeom>
            <a:rect b="b" l="l" r="r" t="t"/>
            <a:pathLst>
              <a:path extrusionOk="0" h="31420" w="62236">
                <a:moveTo>
                  <a:pt x="0" y="31420"/>
                </a:moveTo>
                <a:cubicBezTo>
                  <a:pt x="3424" y="28550"/>
                  <a:pt x="10171" y="19437"/>
                  <a:pt x="20544" y="14200"/>
                </a:cubicBezTo>
                <a:cubicBezTo>
                  <a:pt x="30917" y="8963"/>
                  <a:pt x="55287" y="2367"/>
                  <a:pt x="62236" y="0"/>
                </a:cubicBezTo>
              </a:path>
            </a:pathLst>
          </a:custGeom>
          <a:noFill/>
          <a:ln cap="flat" cmpd="sng" w="9525">
            <a:solidFill>
              <a:schemeClr val="dk2"/>
            </a:solidFill>
            <a:prstDash val="solid"/>
            <a:round/>
            <a:headEnd len="med" w="med" type="none"/>
            <a:tailEnd len="med" w="med" type="stealth"/>
          </a:ln>
        </p:spPr>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0" name="Shape 540"/>
        <p:cNvGrpSpPr/>
        <p:nvPr/>
      </p:nvGrpSpPr>
      <p:grpSpPr>
        <a:xfrm>
          <a:off x="0" y="0"/>
          <a:ext cx="0" cy="0"/>
          <a:chOff x="0" y="0"/>
          <a:chExt cx="0" cy="0"/>
        </a:xfrm>
      </p:grpSpPr>
      <p:sp>
        <p:nvSpPr>
          <p:cNvPr id="541" name="Google Shape;541;p29"/>
          <p:cNvSpPr/>
          <p:nvPr/>
        </p:nvSpPr>
        <p:spPr>
          <a:xfrm>
            <a:off x="8410338"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2" name="Google Shape;542;p29"/>
          <p:cNvSpPr/>
          <p:nvPr/>
        </p:nvSpPr>
        <p:spPr>
          <a:xfrm>
            <a:off x="7426050"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3" name="Google Shape;543;p29"/>
          <p:cNvSpPr/>
          <p:nvPr/>
        </p:nvSpPr>
        <p:spPr>
          <a:xfrm>
            <a:off x="1986388"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4" name="Google Shape;544;p29"/>
          <p:cNvSpPr/>
          <p:nvPr/>
        </p:nvSpPr>
        <p:spPr>
          <a:xfrm>
            <a:off x="2713463" y="1750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5" name="Google Shape;545;p29"/>
          <p:cNvSpPr/>
          <p:nvPr/>
        </p:nvSpPr>
        <p:spPr>
          <a:xfrm>
            <a:off x="4078288" y="1750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6" name="Google Shape;546;p29"/>
          <p:cNvSpPr/>
          <p:nvPr/>
        </p:nvSpPr>
        <p:spPr>
          <a:xfrm>
            <a:off x="5439850" y="172258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7" name="Google Shape;547;p29"/>
          <p:cNvSpPr txBox="1"/>
          <p:nvPr/>
        </p:nvSpPr>
        <p:spPr>
          <a:xfrm>
            <a:off x="0" y="0"/>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TRIPS 6 ROCKET PASS</a:t>
            </a:r>
            <a:endParaRPr sz="4120">
              <a:solidFill>
                <a:srgbClr val="CCCCCC"/>
              </a:solidFill>
              <a:latin typeface="Oswald"/>
              <a:ea typeface="Oswald"/>
              <a:cs typeface="Oswald"/>
              <a:sym typeface="Oswald"/>
            </a:endParaRPr>
          </a:p>
        </p:txBody>
      </p:sp>
      <p:sp>
        <p:nvSpPr>
          <p:cNvPr id="548" name="Google Shape;548;p29"/>
          <p:cNvSpPr/>
          <p:nvPr/>
        </p:nvSpPr>
        <p:spPr>
          <a:xfrm>
            <a:off x="6411463" y="1808350"/>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9" name="Google Shape;549;p29"/>
          <p:cNvSpPr/>
          <p:nvPr/>
        </p:nvSpPr>
        <p:spPr>
          <a:xfrm>
            <a:off x="372338" y="143078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0" name="Google Shape;550;p29"/>
          <p:cNvSpPr/>
          <p:nvPr/>
        </p:nvSpPr>
        <p:spPr>
          <a:xfrm>
            <a:off x="3472213" y="12111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1" name="Google Shape;551;p29"/>
          <p:cNvSpPr/>
          <p:nvPr/>
        </p:nvSpPr>
        <p:spPr>
          <a:xfrm>
            <a:off x="5059413" y="12111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2" name="Google Shape;552;p29"/>
          <p:cNvSpPr/>
          <p:nvPr/>
        </p:nvSpPr>
        <p:spPr>
          <a:xfrm>
            <a:off x="4310838" y="4273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3" name="Google Shape;553;p29"/>
          <p:cNvSpPr/>
          <p:nvPr/>
        </p:nvSpPr>
        <p:spPr>
          <a:xfrm>
            <a:off x="4444432" y="22162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9"/>
          <p:cNvSpPr/>
          <p:nvPr/>
        </p:nvSpPr>
        <p:spPr>
          <a:xfrm>
            <a:off x="5103472"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9"/>
          <p:cNvSpPr/>
          <p:nvPr/>
        </p:nvSpPr>
        <p:spPr>
          <a:xfrm>
            <a:off x="5860649"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9"/>
          <p:cNvSpPr/>
          <p:nvPr/>
        </p:nvSpPr>
        <p:spPr>
          <a:xfrm>
            <a:off x="2930077"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9"/>
          <p:cNvSpPr/>
          <p:nvPr/>
        </p:nvSpPr>
        <p:spPr>
          <a:xfrm>
            <a:off x="3687254"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9"/>
          <p:cNvSpPr/>
          <p:nvPr/>
        </p:nvSpPr>
        <p:spPr>
          <a:xfrm>
            <a:off x="6446855" y="27805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559" name="Google Shape;559;p29"/>
          <p:cNvSpPr/>
          <p:nvPr/>
        </p:nvSpPr>
        <p:spPr>
          <a:xfrm>
            <a:off x="7713993" y="2785696"/>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560" name="Google Shape;560;p29"/>
          <p:cNvSpPr/>
          <p:nvPr/>
        </p:nvSpPr>
        <p:spPr>
          <a:xfrm>
            <a:off x="8559695" y="2151138"/>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561" name="Google Shape;561;p29"/>
          <p:cNvSpPr/>
          <p:nvPr/>
        </p:nvSpPr>
        <p:spPr>
          <a:xfrm>
            <a:off x="4595792" y="3763347"/>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562" name="Google Shape;562;p29"/>
          <p:cNvSpPr/>
          <p:nvPr/>
        </p:nvSpPr>
        <p:spPr>
          <a:xfrm>
            <a:off x="5110937" y="3802248"/>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563" name="Google Shape;563;p29"/>
          <p:cNvSpPr/>
          <p:nvPr/>
        </p:nvSpPr>
        <p:spPr>
          <a:xfrm>
            <a:off x="857011" y="2252360"/>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564" name="Google Shape;564;p29"/>
          <p:cNvCxnSpPr>
            <a:stCxn id="556" idx="4"/>
          </p:cNvCxnSpPr>
          <p:nvPr/>
        </p:nvCxnSpPr>
        <p:spPr>
          <a:xfrm>
            <a:off x="3223177" y="2708541"/>
            <a:ext cx="223200" cy="339600"/>
          </a:xfrm>
          <a:prstGeom prst="straightConnector1">
            <a:avLst/>
          </a:prstGeom>
          <a:noFill/>
          <a:ln cap="flat" cmpd="sng" w="9525">
            <a:solidFill>
              <a:schemeClr val="dk2"/>
            </a:solidFill>
            <a:prstDash val="solid"/>
            <a:round/>
            <a:headEnd len="med" w="med" type="none"/>
            <a:tailEnd len="med" w="med" type="diamond"/>
          </a:ln>
        </p:spPr>
      </p:cxnSp>
      <p:cxnSp>
        <p:nvCxnSpPr>
          <p:cNvPr id="565" name="Google Shape;565;p29"/>
          <p:cNvCxnSpPr/>
          <p:nvPr/>
        </p:nvCxnSpPr>
        <p:spPr>
          <a:xfrm>
            <a:off x="3981727" y="2708541"/>
            <a:ext cx="223200" cy="339600"/>
          </a:xfrm>
          <a:prstGeom prst="straightConnector1">
            <a:avLst/>
          </a:prstGeom>
          <a:noFill/>
          <a:ln cap="flat" cmpd="sng" w="9525">
            <a:solidFill>
              <a:schemeClr val="dk2"/>
            </a:solidFill>
            <a:prstDash val="solid"/>
            <a:round/>
            <a:headEnd len="med" w="med" type="none"/>
            <a:tailEnd len="med" w="med" type="diamond"/>
          </a:ln>
        </p:spPr>
      </p:cxnSp>
      <p:cxnSp>
        <p:nvCxnSpPr>
          <p:cNvPr id="566" name="Google Shape;566;p29"/>
          <p:cNvCxnSpPr/>
          <p:nvPr/>
        </p:nvCxnSpPr>
        <p:spPr>
          <a:xfrm flipH="1">
            <a:off x="4701827" y="2708541"/>
            <a:ext cx="7200" cy="382800"/>
          </a:xfrm>
          <a:prstGeom prst="straightConnector1">
            <a:avLst/>
          </a:prstGeom>
          <a:noFill/>
          <a:ln cap="flat" cmpd="sng" w="9525">
            <a:solidFill>
              <a:schemeClr val="dk2"/>
            </a:solidFill>
            <a:prstDash val="solid"/>
            <a:round/>
            <a:headEnd len="med" w="med" type="none"/>
            <a:tailEnd len="med" w="med" type="diamond"/>
          </a:ln>
        </p:spPr>
      </p:cxnSp>
      <p:cxnSp>
        <p:nvCxnSpPr>
          <p:cNvPr id="567" name="Google Shape;567;p29"/>
          <p:cNvCxnSpPr/>
          <p:nvPr/>
        </p:nvCxnSpPr>
        <p:spPr>
          <a:xfrm flipH="1">
            <a:off x="5212677" y="2708541"/>
            <a:ext cx="187500" cy="365400"/>
          </a:xfrm>
          <a:prstGeom prst="straightConnector1">
            <a:avLst/>
          </a:prstGeom>
          <a:noFill/>
          <a:ln cap="flat" cmpd="sng" w="9525">
            <a:solidFill>
              <a:schemeClr val="dk2"/>
            </a:solidFill>
            <a:prstDash val="solid"/>
            <a:round/>
            <a:headEnd len="med" w="med" type="none"/>
            <a:tailEnd len="med" w="med" type="diamond"/>
          </a:ln>
        </p:spPr>
      </p:cxnSp>
      <p:cxnSp>
        <p:nvCxnSpPr>
          <p:cNvPr id="568" name="Google Shape;568;p29"/>
          <p:cNvCxnSpPr/>
          <p:nvPr/>
        </p:nvCxnSpPr>
        <p:spPr>
          <a:xfrm flipH="1">
            <a:off x="5964477" y="2717241"/>
            <a:ext cx="187500" cy="365400"/>
          </a:xfrm>
          <a:prstGeom prst="straightConnector1">
            <a:avLst/>
          </a:prstGeom>
          <a:noFill/>
          <a:ln cap="flat" cmpd="sng" w="9525">
            <a:solidFill>
              <a:schemeClr val="dk2"/>
            </a:solidFill>
            <a:prstDash val="solid"/>
            <a:round/>
            <a:headEnd len="med" w="med" type="none"/>
            <a:tailEnd len="med" w="med" type="diamond"/>
          </a:ln>
        </p:spPr>
      </p:cxnSp>
      <p:cxnSp>
        <p:nvCxnSpPr>
          <p:cNvPr id="569" name="Google Shape;569;p29"/>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570" name="Google Shape;570;p29"/>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sp>
        <p:nvSpPr>
          <p:cNvPr id="571" name="Google Shape;571;p29"/>
          <p:cNvSpPr/>
          <p:nvPr/>
        </p:nvSpPr>
        <p:spPr>
          <a:xfrm>
            <a:off x="8531000" y="1430793"/>
            <a:ext cx="199175" cy="737100"/>
          </a:xfrm>
          <a:custGeom>
            <a:rect b="b" l="l" r="r" t="t"/>
            <a:pathLst>
              <a:path extrusionOk="0" h="29484" w="7967">
                <a:moveTo>
                  <a:pt x="7967" y="29484"/>
                </a:moveTo>
                <a:cubicBezTo>
                  <a:pt x="7621" y="24577"/>
                  <a:pt x="7217" y="216"/>
                  <a:pt x="5889" y="43"/>
                </a:cubicBezTo>
                <a:cubicBezTo>
                  <a:pt x="4561" y="-130"/>
                  <a:pt x="982" y="23711"/>
                  <a:pt x="0" y="28445"/>
                </a:cubicBezTo>
              </a:path>
            </a:pathLst>
          </a:custGeom>
          <a:noFill/>
          <a:ln cap="flat" cmpd="sng" w="38100">
            <a:solidFill>
              <a:schemeClr val="dk2"/>
            </a:solidFill>
            <a:prstDash val="solid"/>
            <a:round/>
            <a:headEnd len="med" w="med" type="none"/>
            <a:tailEnd len="med" w="med" type="triangle"/>
          </a:ln>
        </p:spPr>
      </p:sp>
      <p:cxnSp>
        <p:nvCxnSpPr>
          <p:cNvPr id="572" name="Google Shape;572;p29"/>
          <p:cNvCxnSpPr/>
          <p:nvPr/>
        </p:nvCxnSpPr>
        <p:spPr>
          <a:xfrm flipH="1" rot="10800000">
            <a:off x="5593775" y="3056600"/>
            <a:ext cx="588900" cy="710100"/>
          </a:xfrm>
          <a:prstGeom prst="straightConnector1">
            <a:avLst/>
          </a:prstGeom>
          <a:noFill/>
          <a:ln cap="flat" cmpd="sng" w="9525">
            <a:solidFill>
              <a:schemeClr val="dk2"/>
            </a:solidFill>
            <a:prstDash val="solid"/>
            <a:round/>
            <a:headEnd len="med" w="med" type="none"/>
            <a:tailEnd len="med" w="med" type="diamond"/>
          </a:ln>
        </p:spPr>
      </p:cxnSp>
      <p:cxnSp>
        <p:nvCxnSpPr>
          <p:cNvPr id="573" name="Google Shape;573;p29"/>
          <p:cNvCxnSpPr/>
          <p:nvPr/>
        </p:nvCxnSpPr>
        <p:spPr>
          <a:xfrm flipH="1" rot="10800000">
            <a:off x="6865125" y="1941975"/>
            <a:ext cx="588900" cy="710100"/>
          </a:xfrm>
          <a:prstGeom prst="straightConnector1">
            <a:avLst/>
          </a:prstGeom>
          <a:noFill/>
          <a:ln cap="flat" cmpd="sng" w="9525">
            <a:solidFill>
              <a:schemeClr val="dk2"/>
            </a:solidFill>
            <a:prstDash val="solid"/>
            <a:round/>
            <a:headEnd len="med" w="med" type="none"/>
            <a:tailEnd len="med" w="med" type="diamond"/>
          </a:ln>
        </p:spPr>
      </p:cxnSp>
      <p:cxnSp>
        <p:nvCxnSpPr>
          <p:cNvPr id="574" name="Google Shape;574;p29"/>
          <p:cNvCxnSpPr/>
          <p:nvPr/>
        </p:nvCxnSpPr>
        <p:spPr>
          <a:xfrm flipH="1" rot="10800000">
            <a:off x="4927025" y="2388200"/>
            <a:ext cx="3558000" cy="1508400"/>
          </a:xfrm>
          <a:prstGeom prst="straightConnector1">
            <a:avLst/>
          </a:prstGeom>
          <a:noFill/>
          <a:ln cap="flat" cmpd="sng" w="9525">
            <a:solidFill>
              <a:schemeClr val="dk2"/>
            </a:solidFill>
            <a:prstDash val="dot"/>
            <a:round/>
            <a:headEnd len="med" w="med" type="none"/>
            <a:tailEnd len="med" w="med" type="none"/>
          </a:ln>
        </p:spPr>
      </p:cxnSp>
      <p:sp>
        <p:nvSpPr>
          <p:cNvPr id="575" name="Google Shape;575;p29"/>
          <p:cNvSpPr txBox="1"/>
          <p:nvPr/>
        </p:nvSpPr>
        <p:spPr>
          <a:xfrm>
            <a:off x="4658700" y="-12"/>
            <a:ext cx="4485300" cy="24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solidFill>
                  <a:schemeClr val="dk2"/>
                </a:solidFill>
                <a:latin typeface="Calibri"/>
                <a:ea typeface="Calibri"/>
                <a:cs typeface="Calibri"/>
                <a:sym typeface="Calibri"/>
              </a:rPr>
              <a:t>OPPOSITE PLAY: Trips Left 6 Rocket Pass</a:t>
            </a:r>
            <a:endParaRPr sz="1500">
              <a:solidFill>
                <a:schemeClr val="dk2"/>
              </a:solidFill>
              <a:latin typeface="Calibri"/>
              <a:ea typeface="Calibri"/>
              <a:cs typeface="Calibri"/>
              <a:sym typeface="Calibri"/>
            </a:endParaRPr>
          </a:p>
        </p:txBody>
      </p:sp>
      <p:cxnSp>
        <p:nvCxnSpPr>
          <p:cNvPr id="576" name="Google Shape;576;p29"/>
          <p:cNvCxnSpPr/>
          <p:nvPr/>
        </p:nvCxnSpPr>
        <p:spPr>
          <a:xfrm flipH="1" rot="10800000">
            <a:off x="7898388" y="1793188"/>
            <a:ext cx="385500" cy="884700"/>
          </a:xfrm>
          <a:prstGeom prst="straightConnector1">
            <a:avLst/>
          </a:prstGeom>
          <a:noFill/>
          <a:ln cap="flat" cmpd="sng" w="9525">
            <a:solidFill>
              <a:schemeClr val="dk2"/>
            </a:solidFill>
            <a:prstDash val="solid"/>
            <a:round/>
            <a:headEnd len="med" w="med" type="none"/>
            <a:tailEnd len="med" w="med" type="diamond"/>
          </a:ln>
        </p:spPr>
      </p:cxnSp>
      <p:sp>
        <p:nvSpPr>
          <p:cNvPr id="577" name="Google Shape;577;p29"/>
          <p:cNvSpPr/>
          <p:nvPr/>
        </p:nvSpPr>
        <p:spPr>
          <a:xfrm>
            <a:off x="8307425" y="676750"/>
            <a:ext cx="173700" cy="1080050"/>
          </a:xfrm>
          <a:custGeom>
            <a:rect b="b" l="l" r="r" t="t"/>
            <a:pathLst>
              <a:path extrusionOk="0" h="43202" w="6948">
                <a:moveTo>
                  <a:pt x="0" y="43202"/>
                </a:moveTo>
                <a:cubicBezTo>
                  <a:pt x="906" y="40836"/>
                  <a:pt x="4280" y="36203"/>
                  <a:pt x="5438" y="29003"/>
                </a:cubicBezTo>
                <a:cubicBezTo>
                  <a:pt x="6596" y="21803"/>
                  <a:pt x="6696" y="4834"/>
                  <a:pt x="6948" y="0"/>
                </a:cubicBezTo>
              </a:path>
            </a:pathLst>
          </a:custGeom>
          <a:noFill/>
          <a:ln cap="flat" cmpd="sng" w="9525">
            <a:solidFill>
              <a:srgbClr val="B7B7B7"/>
            </a:solidFill>
            <a:prstDash val="dash"/>
            <a:round/>
            <a:headEnd len="med" w="med" type="none"/>
            <a:tailEnd len="med" w="med" type="stealth"/>
          </a:ln>
        </p:spPr>
      </p:sp>
      <p:sp>
        <p:nvSpPr>
          <p:cNvPr id="578" name="Google Shape;578;p29"/>
          <p:cNvSpPr txBox="1"/>
          <p:nvPr/>
        </p:nvSpPr>
        <p:spPr>
          <a:xfrm>
            <a:off x="7885475" y="956200"/>
            <a:ext cx="1017600" cy="21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solidFill>
                  <a:schemeClr val="dk2"/>
                </a:solidFill>
              </a:rPr>
              <a:t>And Go Tag</a:t>
            </a:r>
            <a:endParaRPr sz="600">
              <a:solidFill>
                <a:schemeClr val="dk2"/>
              </a:solidFill>
            </a:endParaRPr>
          </a:p>
        </p:txBody>
      </p:sp>
      <p:sp>
        <p:nvSpPr>
          <p:cNvPr id="579" name="Google Shape;579;p29"/>
          <p:cNvSpPr/>
          <p:nvPr/>
        </p:nvSpPr>
        <p:spPr>
          <a:xfrm>
            <a:off x="1268150" y="1024175"/>
            <a:ext cx="4214500" cy="1095175"/>
          </a:xfrm>
          <a:custGeom>
            <a:rect b="b" l="l" r="r" t="t"/>
            <a:pathLst>
              <a:path extrusionOk="0" h="43807" w="168580">
                <a:moveTo>
                  <a:pt x="0" y="43807"/>
                </a:moveTo>
                <a:cubicBezTo>
                  <a:pt x="13243" y="37966"/>
                  <a:pt x="51359" y="16062"/>
                  <a:pt x="79456" y="8761"/>
                </a:cubicBezTo>
                <a:cubicBezTo>
                  <a:pt x="107553" y="1460"/>
                  <a:pt x="153726" y="1460"/>
                  <a:pt x="168580" y="0"/>
                </a:cubicBezTo>
              </a:path>
            </a:pathLst>
          </a:custGeom>
          <a:noFill/>
          <a:ln cap="flat" cmpd="sng" w="9525">
            <a:solidFill>
              <a:schemeClr val="dk2"/>
            </a:solidFill>
            <a:prstDash val="solid"/>
            <a:round/>
            <a:headEnd len="med" w="med" type="none"/>
            <a:tailEnd len="med" w="med" type="stealth"/>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3" name="Shape 583"/>
        <p:cNvGrpSpPr/>
        <p:nvPr/>
      </p:nvGrpSpPr>
      <p:grpSpPr>
        <a:xfrm>
          <a:off x="0" y="0"/>
          <a:ext cx="0" cy="0"/>
          <a:chOff x="0" y="0"/>
          <a:chExt cx="0" cy="0"/>
        </a:xfrm>
      </p:grpSpPr>
      <p:sp>
        <p:nvSpPr>
          <p:cNvPr id="584" name="Google Shape;584;p30"/>
          <p:cNvSpPr/>
          <p:nvPr/>
        </p:nvSpPr>
        <p:spPr>
          <a:xfrm>
            <a:off x="8359413" y="5483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5" name="Google Shape;585;p30"/>
          <p:cNvSpPr/>
          <p:nvPr/>
        </p:nvSpPr>
        <p:spPr>
          <a:xfrm>
            <a:off x="6993000" y="13643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6" name="Google Shape;586;p30"/>
          <p:cNvSpPr/>
          <p:nvPr/>
        </p:nvSpPr>
        <p:spPr>
          <a:xfrm>
            <a:off x="1872400" y="14552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7" name="Google Shape;587;p30"/>
          <p:cNvSpPr/>
          <p:nvPr/>
        </p:nvSpPr>
        <p:spPr>
          <a:xfrm>
            <a:off x="2713463" y="1750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8" name="Google Shape;588;p30"/>
          <p:cNvSpPr/>
          <p:nvPr/>
        </p:nvSpPr>
        <p:spPr>
          <a:xfrm>
            <a:off x="3374038" y="112081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9" name="Google Shape;589;p30"/>
          <p:cNvSpPr/>
          <p:nvPr/>
        </p:nvSpPr>
        <p:spPr>
          <a:xfrm>
            <a:off x="3918763" y="16688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0" name="Google Shape;590;p30"/>
          <p:cNvSpPr txBox="1"/>
          <p:nvPr/>
        </p:nvSpPr>
        <p:spPr>
          <a:xfrm>
            <a:off x="0" y="0"/>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TRIPS Flip 5 Fade</a:t>
            </a:r>
            <a:endParaRPr sz="4120">
              <a:solidFill>
                <a:srgbClr val="CCCCCC"/>
              </a:solidFill>
              <a:latin typeface="Oswald"/>
              <a:ea typeface="Oswald"/>
              <a:cs typeface="Oswald"/>
              <a:sym typeface="Oswald"/>
            </a:endParaRPr>
          </a:p>
        </p:txBody>
      </p:sp>
      <p:sp>
        <p:nvSpPr>
          <p:cNvPr id="591" name="Google Shape;591;p30"/>
          <p:cNvSpPr/>
          <p:nvPr/>
        </p:nvSpPr>
        <p:spPr>
          <a:xfrm>
            <a:off x="6411463" y="1808350"/>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2" name="Google Shape;592;p30"/>
          <p:cNvSpPr/>
          <p:nvPr/>
        </p:nvSpPr>
        <p:spPr>
          <a:xfrm>
            <a:off x="500563" y="12506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3" name="Google Shape;593;p30"/>
          <p:cNvSpPr/>
          <p:nvPr/>
        </p:nvSpPr>
        <p:spPr>
          <a:xfrm>
            <a:off x="5282588" y="106038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4" name="Google Shape;594;p30"/>
          <p:cNvSpPr/>
          <p:nvPr/>
        </p:nvSpPr>
        <p:spPr>
          <a:xfrm>
            <a:off x="5455875" y="1614925"/>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5" name="Google Shape;595;p30"/>
          <p:cNvSpPr/>
          <p:nvPr/>
        </p:nvSpPr>
        <p:spPr>
          <a:xfrm>
            <a:off x="4397838" y="284925"/>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6" name="Google Shape;596;p30"/>
          <p:cNvSpPr/>
          <p:nvPr/>
        </p:nvSpPr>
        <p:spPr>
          <a:xfrm>
            <a:off x="4444432" y="22162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30"/>
          <p:cNvSpPr/>
          <p:nvPr/>
        </p:nvSpPr>
        <p:spPr>
          <a:xfrm>
            <a:off x="5103472"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30"/>
          <p:cNvSpPr/>
          <p:nvPr/>
        </p:nvSpPr>
        <p:spPr>
          <a:xfrm>
            <a:off x="5860649"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30"/>
          <p:cNvSpPr/>
          <p:nvPr/>
        </p:nvSpPr>
        <p:spPr>
          <a:xfrm>
            <a:off x="2930077"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30"/>
          <p:cNvSpPr/>
          <p:nvPr/>
        </p:nvSpPr>
        <p:spPr>
          <a:xfrm>
            <a:off x="3687254"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30"/>
          <p:cNvSpPr/>
          <p:nvPr/>
        </p:nvSpPr>
        <p:spPr>
          <a:xfrm>
            <a:off x="6446855" y="27805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602" name="Google Shape;602;p30"/>
          <p:cNvSpPr/>
          <p:nvPr/>
        </p:nvSpPr>
        <p:spPr>
          <a:xfrm>
            <a:off x="7713993" y="2785696"/>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603" name="Google Shape;603;p30"/>
          <p:cNvSpPr/>
          <p:nvPr/>
        </p:nvSpPr>
        <p:spPr>
          <a:xfrm>
            <a:off x="8559695" y="2151138"/>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604" name="Google Shape;604;p30"/>
          <p:cNvSpPr/>
          <p:nvPr/>
        </p:nvSpPr>
        <p:spPr>
          <a:xfrm>
            <a:off x="4595792" y="3763347"/>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605" name="Google Shape;605;p30"/>
          <p:cNvSpPr/>
          <p:nvPr/>
        </p:nvSpPr>
        <p:spPr>
          <a:xfrm>
            <a:off x="4094187" y="3763348"/>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606" name="Google Shape;606;p30"/>
          <p:cNvSpPr/>
          <p:nvPr/>
        </p:nvSpPr>
        <p:spPr>
          <a:xfrm>
            <a:off x="252761" y="2216385"/>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607" name="Google Shape;607;p30"/>
          <p:cNvCxnSpPr>
            <a:stCxn id="599" idx="4"/>
          </p:cNvCxnSpPr>
          <p:nvPr/>
        </p:nvCxnSpPr>
        <p:spPr>
          <a:xfrm>
            <a:off x="3223177" y="2708541"/>
            <a:ext cx="223200" cy="339600"/>
          </a:xfrm>
          <a:prstGeom prst="straightConnector1">
            <a:avLst/>
          </a:prstGeom>
          <a:noFill/>
          <a:ln cap="flat" cmpd="sng" w="9525">
            <a:solidFill>
              <a:schemeClr val="dk2"/>
            </a:solidFill>
            <a:prstDash val="solid"/>
            <a:round/>
            <a:headEnd len="med" w="med" type="none"/>
            <a:tailEnd len="med" w="med" type="diamond"/>
          </a:ln>
        </p:spPr>
      </p:cxnSp>
      <p:cxnSp>
        <p:nvCxnSpPr>
          <p:cNvPr id="608" name="Google Shape;608;p30"/>
          <p:cNvCxnSpPr/>
          <p:nvPr/>
        </p:nvCxnSpPr>
        <p:spPr>
          <a:xfrm>
            <a:off x="3981727" y="2708541"/>
            <a:ext cx="223200" cy="339600"/>
          </a:xfrm>
          <a:prstGeom prst="straightConnector1">
            <a:avLst/>
          </a:prstGeom>
          <a:noFill/>
          <a:ln cap="flat" cmpd="sng" w="9525">
            <a:solidFill>
              <a:schemeClr val="dk2"/>
            </a:solidFill>
            <a:prstDash val="solid"/>
            <a:round/>
            <a:headEnd len="med" w="med" type="none"/>
            <a:tailEnd len="med" w="med" type="diamond"/>
          </a:ln>
        </p:spPr>
      </p:cxnSp>
      <p:cxnSp>
        <p:nvCxnSpPr>
          <p:cNvPr id="609" name="Google Shape;609;p30"/>
          <p:cNvCxnSpPr/>
          <p:nvPr/>
        </p:nvCxnSpPr>
        <p:spPr>
          <a:xfrm flipH="1">
            <a:off x="4701827" y="2708541"/>
            <a:ext cx="7200" cy="382800"/>
          </a:xfrm>
          <a:prstGeom prst="straightConnector1">
            <a:avLst/>
          </a:prstGeom>
          <a:noFill/>
          <a:ln cap="flat" cmpd="sng" w="9525">
            <a:solidFill>
              <a:schemeClr val="dk2"/>
            </a:solidFill>
            <a:prstDash val="solid"/>
            <a:round/>
            <a:headEnd len="med" w="med" type="none"/>
            <a:tailEnd len="med" w="med" type="diamond"/>
          </a:ln>
        </p:spPr>
      </p:cxnSp>
      <p:cxnSp>
        <p:nvCxnSpPr>
          <p:cNvPr id="610" name="Google Shape;610;p30"/>
          <p:cNvCxnSpPr/>
          <p:nvPr/>
        </p:nvCxnSpPr>
        <p:spPr>
          <a:xfrm flipH="1">
            <a:off x="5212677" y="2708541"/>
            <a:ext cx="187500" cy="365400"/>
          </a:xfrm>
          <a:prstGeom prst="straightConnector1">
            <a:avLst/>
          </a:prstGeom>
          <a:noFill/>
          <a:ln cap="flat" cmpd="sng" w="9525">
            <a:solidFill>
              <a:schemeClr val="dk2"/>
            </a:solidFill>
            <a:prstDash val="solid"/>
            <a:round/>
            <a:headEnd len="med" w="med" type="none"/>
            <a:tailEnd len="med" w="med" type="diamond"/>
          </a:ln>
        </p:spPr>
      </p:cxnSp>
      <p:cxnSp>
        <p:nvCxnSpPr>
          <p:cNvPr id="611" name="Google Shape;611;p30"/>
          <p:cNvCxnSpPr/>
          <p:nvPr/>
        </p:nvCxnSpPr>
        <p:spPr>
          <a:xfrm flipH="1">
            <a:off x="5964477" y="2717241"/>
            <a:ext cx="187500" cy="365400"/>
          </a:xfrm>
          <a:prstGeom prst="straightConnector1">
            <a:avLst/>
          </a:prstGeom>
          <a:noFill/>
          <a:ln cap="flat" cmpd="sng" w="9525">
            <a:solidFill>
              <a:schemeClr val="dk2"/>
            </a:solidFill>
            <a:prstDash val="solid"/>
            <a:round/>
            <a:headEnd len="med" w="med" type="none"/>
            <a:tailEnd len="med" w="med" type="diamond"/>
          </a:ln>
        </p:spPr>
      </p:cxnSp>
      <p:cxnSp>
        <p:nvCxnSpPr>
          <p:cNvPr id="612" name="Google Shape;612;p30"/>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613" name="Google Shape;613;p30"/>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cxnSp>
        <p:nvCxnSpPr>
          <p:cNvPr id="614" name="Google Shape;614;p30"/>
          <p:cNvCxnSpPr/>
          <p:nvPr/>
        </p:nvCxnSpPr>
        <p:spPr>
          <a:xfrm rot="10800000">
            <a:off x="4123000" y="3410800"/>
            <a:ext cx="89400" cy="305100"/>
          </a:xfrm>
          <a:prstGeom prst="straightConnector1">
            <a:avLst/>
          </a:prstGeom>
          <a:noFill/>
          <a:ln cap="flat" cmpd="sng" w="9525">
            <a:solidFill>
              <a:schemeClr val="dk2"/>
            </a:solidFill>
            <a:prstDash val="solid"/>
            <a:round/>
            <a:headEnd len="med" w="med" type="none"/>
            <a:tailEnd len="med" w="med" type="diamond"/>
          </a:ln>
        </p:spPr>
      </p:cxnSp>
      <p:sp>
        <p:nvSpPr>
          <p:cNvPr id="615" name="Google Shape;615;p30"/>
          <p:cNvSpPr txBox="1"/>
          <p:nvPr/>
        </p:nvSpPr>
        <p:spPr>
          <a:xfrm>
            <a:off x="4658700" y="-12"/>
            <a:ext cx="4485300" cy="24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solidFill>
                  <a:schemeClr val="dk2"/>
                </a:solidFill>
                <a:latin typeface="Calibri"/>
                <a:ea typeface="Calibri"/>
                <a:cs typeface="Calibri"/>
                <a:sym typeface="Calibri"/>
              </a:rPr>
              <a:t>OPPOSITE PLAY: Trips Left Flip 5 Fade</a:t>
            </a:r>
            <a:endParaRPr sz="1500">
              <a:solidFill>
                <a:schemeClr val="dk2"/>
              </a:solidFill>
              <a:latin typeface="Calibri"/>
              <a:ea typeface="Calibri"/>
              <a:cs typeface="Calibri"/>
              <a:sym typeface="Calibri"/>
            </a:endParaRPr>
          </a:p>
        </p:txBody>
      </p:sp>
      <p:sp>
        <p:nvSpPr>
          <p:cNvPr id="616" name="Google Shape;616;p30"/>
          <p:cNvSpPr/>
          <p:nvPr/>
        </p:nvSpPr>
        <p:spPr>
          <a:xfrm>
            <a:off x="7627650" y="1133647"/>
            <a:ext cx="339875" cy="1514400"/>
          </a:xfrm>
          <a:custGeom>
            <a:rect b="b" l="l" r="r" t="t"/>
            <a:pathLst>
              <a:path extrusionOk="0" h="60576" w="13595">
                <a:moveTo>
                  <a:pt x="13595" y="60576"/>
                </a:moveTo>
                <a:cubicBezTo>
                  <a:pt x="13192" y="50959"/>
                  <a:pt x="13445" y="11482"/>
                  <a:pt x="11179" y="2872"/>
                </a:cubicBezTo>
                <a:cubicBezTo>
                  <a:pt x="8913" y="-5738"/>
                  <a:pt x="1863" y="7907"/>
                  <a:pt x="0" y="8914"/>
                </a:cubicBezTo>
              </a:path>
            </a:pathLst>
          </a:custGeom>
          <a:noFill/>
          <a:ln cap="flat" cmpd="sng" w="9525">
            <a:solidFill>
              <a:schemeClr val="dk2"/>
            </a:solidFill>
            <a:prstDash val="solid"/>
            <a:round/>
            <a:headEnd len="med" w="med" type="none"/>
            <a:tailEnd len="med" w="med" type="diamond"/>
          </a:ln>
        </p:spPr>
      </p:sp>
      <p:sp>
        <p:nvSpPr>
          <p:cNvPr id="617" name="Google Shape;617;p30"/>
          <p:cNvSpPr/>
          <p:nvPr/>
        </p:nvSpPr>
        <p:spPr>
          <a:xfrm>
            <a:off x="383371" y="933550"/>
            <a:ext cx="174800" cy="1125375"/>
          </a:xfrm>
          <a:custGeom>
            <a:rect b="b" l="l" r="r" t="t"/>
            <a:pathLst>
              <a:path extrusionOk="0" h="45015" w="6992">
                <a:moveTo>
                  <a:pt x="6992" y="45015"/>
                </a:moveTo>
                <a:cubicBezTo>
                  <a:pt x="5884" y="41893"/>
                  <a:pt x="1353" y="33787"/>
                  <a:pt x="346" y="26284"/>
                </a:cubicBezTo>
                <a:cubicBezTo>
                  <a:pt x="-661" y="18782"/>
                  <a:pt x="849" y="4381"/>
                  <a:pt x="950" y="0"/>
                </a:cubicBezTo>
              </a:path>
            </a:pathLst>
          </a:custGeom>
          <a:noFill/>
          <a:ln cap="flat" cmpd="sng" w="9525">
            <a:solidFill>
              <a:schemeClr val="dk2"/>
            </a:solidFill>
            <a:prstDash val="solid"/>
            <a:round/>
            <a:headEnd len="med" w="med" type="none"/>
            <a:tailEnd len="med" w="med" type="stealth"/>
          </a:ln>
        </p:spPr>
      </p:sp>
      <p:sp>
        <p:nvSpPr>
          <p:cNvPr id="618" name="Google Shape;618;p30"/>
          <p:cNvSpPr/>
          <p:nvPr/>
        </p:nvSpPr>
        <p:spPr>
          <a:xfrm>
            <a:off x="6683550" y="2376125"/>
            <a:ext cx="15100" cy="234150"/>
          </a:xfrm>
          <a:custGeom>
            <a:rect b="b" l="l" r="r" t="t"/>
            <a:pathLst>
              <a:path extrusionOk="0" h="9366" w="604">
                <a:moveTo>
                  <a:pt x="0" y="9366"/>
                </a:moveTo>
                <a:lnTo>
                  <a:pt x="604" y="0"/>
                </a:lnTo>
              </a:path>
            </a:pathLst>
          </a:custGeom>
          <a:noFill/>
          <a:ln cap="flat" cmpd="sng" w="9525">
            <a:solidFill>
              <a:schemeClr val="dk2"/>
            </a:solidFill>
            <a:prstDash val="solid"/>
            <a:round/>
            <a:headEnd len="med" w="med" type="none"/>
            <a:tailEnd len="med" w="med" type="diamond"/>
          </a:ln>
        </p:spPr>
      </p:sp>
      <p:sp>
        <p:nvSpPr>
          <p:cNvPr id="619" name="Google Shape;619;p30"/>
          <p:cNvSpPr/>
          <p:nvPr/>
        </p:nvSpPr>
        <p:spPr>
          <a:xfrm>
            <a:off x="8398050" y="859082"/>
            <a:ext cx="380775" cy="1199825"/>
          </a:xfrm>
          <a:custGeom>
            <a:rect b="b" l="l" r="r" t="t"/>
            <a:pathLst>
              <a:path extrusionOk="0" h="47993" w="15231">
                <a:moveTo>
                  <a:pt x="15106" y="47994"/>
                </a:moveTo>
                <a:cubicBezTo>
                  <a:pt x="14854" y="40240"/>
                  <a:pt x="16113" y="7410"/>
                  <a:pt x="13595" y="1468"/>
                </a:cubicBezTo>
                <a:cubicBezTo>
                  <a:pt x="11077" y="-4474"/>
                  <a:pt x="2266" y="10531"/>
                  <a:pt x="0" y="12344"/>
                </a:cubicBezTo>
              </a:path>
            </a:pathLst>
          </a:custGeom>
          <a:noFill/>
          <a:ln cap="flat" cmpd="sng" w="9525">
            <a:solidFill>
              <a:schemeClr val="dk2"/>
            </a:solidFill>
            <a:prstDash val="solid"/>
            <a:round/>
            <a:headEnd len="med" w="med" type="none"/>
            <a:tailEnd len="med" w="med" type="diamond"/>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3" name="Shape 623"/>
        <p:cNvGrpSpPr/>
        <p:nvPr/>
      </p:nvGrpSpPr>
      <p:grpSpPr>
        <a:xfrm>
          <a:off x="0" y="0"/>
          <a:ext cx="0" cy="0"/>
          <a:chOff x="0" y="0"/>
          <a:chExt cx="0" cy="0"/>
        </a:xfrm>
      </p:grpSpPr>
      <p:sp>
        <p:nvSpPr>
          <p:cNvPr id="624" name="Google Shape;624;p31"/>
          <p:cNvSpPr/>
          <p:nvPr/>
        </p:nvSpPr>
        <p:spPr>
          <a:xfrm>
            <a:off x="8410338"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5" name="Google Shape;625;p31"/>
          <p:cNvSpPr/>
          <p:nvPr/>
        </p:nvSpPr>
        <p:spPr>
          <a:xfrm>
            <a:off x="7426050"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6" name="Google Shape;626;p31"/>
          <p:cNvSpPr/>
          <p:nvPr/>
        </p:nvSpPr>
        <p:spPr>
          <a:xfrm>
            <a:off x="1936713"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7" name="Google Shape;627;p31"/>
          <p:cNvSpPr/>
          <p:nvPr/>
        </p:nvSpPr>
        <p:spPr>
          <a:xfrm>
            <a:off x="2663788" y="1750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8" name="Google Shape;628;p31"/>
          <p:cNvSpPr/>
          <p:nvPr/>
        </p:nvSpPr>
        <p:spPr>
          <a:xfrm>
            <a:off x="4028613" y="1750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9" name="Google Shape;629;p31"/>
          <p:cNvSpPr/>
          <p:nvPr/>
        </p:nvSpPr>
        <p:spPr>
          <a:xfrm>
            <a:off x="5439850" y="172258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0" name="Google Shape;630;p31"/>
          <p:cNvSpPr txBox="1"/>
          <p:nvPr/>
        </p:nvSpPr>
        <p:spPr>
          <a:xfrm>
            <a:off x="0" y="0"/>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TRIPS Fake 21 Banana Comeback </a:t>
            </a:r>
            <a:endParaRPr sz="4120">
              <a:solidFill>
                <a:srgbClr val="CCCCCC"/>
              </a:solidFill>
              <a:latin typeface="Oswald"/>
              <a:ea typeface="Oswald"/>
              <a:cs typeface="Oswald"/>
              <a:sym typeface="Oswald"/>
            </a:endParaRPr>
          </a:p>
          <a:p>
            <a:pPr indent="0" lvl="0" marL="0" rtl="0" algn="l">
              <a:spcBef>
                <a:spcPts val="0"/>
              </a:spcBef>
              <a:spcAft>
                <a:spcPts val="0"/>
              </a:spcAft>
              <a:buNone/>
            </a:pPr>
            <a:r>
              <a:t/>
            </a:r>
            <a:endParaRPr sz="4120">
              <a:solidFill>
                <a:srgbClr val="CCCCCC"/>
              </a:solidFill>
              <a:latin typeface="Oswald"/>
              <a:ea typeface="Oswald"/>
              <a:cs typeface="Oswald"/>
              <a:sym typeface="Oswald"/>
            </a:endParaRPr>
          </a:p>
        </p:txBody>
      </p:sp>
      <p:sp>
        <p:nvSpPr>
          <p:cNvPr id="631" name="Google Shape;631;p31"/>
          <p:cNvSpPr/>
          <p:nvPr/>
        </p:nvSpPr>
        <p:spPr>
          <a:xfrm>
            <a:off x="6411463" y="1808350"/>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2" name="Google Shape;632;p31"/>
          <p:cNvSpPr/>
          <p:nvPr/>
        </p:nvSpPr>
        <p:spPr>
          <a:xfrm>
            <a:off x="322663" y="143078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3" name="Google Shape;633;p31"/>
          <p:cNvSpPr/>
          <p:nvPr/>
        </p:nvSpPr>
        <p:spPr>
          <a:xfrm>
            <a:off x="3422538" y="12111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4" name="Google Shape;634;p31"/>
          <p:cNvSpPr/>
          <p:nvPr/>
        </p:nvSpPr>
        <p:spPr>
          <a:xfrm>
            <a:off x="5009738" y="12111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5" name="Google Shape;635;p31"/>
          <p:cNvSpPr/>
          <p:nvPr/>
        </p:nvSpPr>
        <p:spPr>
          <a:xfrm>
            <a:off x="4261163" y="4273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6" name="Google Shape;636;p31"/>
          <p:cNvSpPr/>
          <p:nvPr/>
        </p:nvSpPr>
        <p:spPr>
          <a:xfrm>
            <a:off x="4444432" y="22162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31"/>
          <p:cNvSpPr/>
          <p:nvPr/>
        </p:nvSpPr>
        <p:spPr>
          <a:xfrm>
            <a:off x="5103472"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31"/>
          <p:cNvSpPr/>
          <p:nvPr/>
        </p:nvSpPr>
        <p:spPr>
          <a:xfrm>
            <a:off x="5860649"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31"/>
          <p:cNvSpPr/>
          <p:nvPr/>
        </p:nvSpPr>
        <p:spPr>
          <a:xfrm>
            <a:off x="2930077"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31"/>
          <p:cNvSpPr/>
          <p:nvPr/>
        </p:nvSpPr>
        <p:spPr>
          <a:xfrm>
            <a:off x="3687254"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31"/>
          <p:cNvSpPr/>
          <p:nvPr/>
        </p:nvSpPr>
        <p:spPr>
          <a:xfrm>
            <a:off x="6446855" y="27805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642" name="Google Shape;642;p31"/>
          <p:cNvSpPr/>
          <p:nvPr/>
        </p:nvSpPr>
        <p:spPr>
          <a:xfrm>
            <a:off x="7713993" y="2785696"/>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643" name="Google Shape;643;p31"/>
          <p:cNvSpPr/>
          <p:nvPr/>
        </p:nvSpPr>
        <p:spPr>
          <a:xfrm>
            <a:off x="8559695" y="2151138"/>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644" name="Google Shape;644;p31"/>
          <p:cNvSpPr/>
          <p:nvPr/>
        </p:nvSpPr>
        <p:spPr>
          <a:xfrm>
            <a:off x="4595792" y="3763347"/>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645" name="Google Shape;645;p31"/>
          <p:cNvSpPr/>
          <p:nvPr/>
        </p:nvSpPr>
        <p:spPr>
          <a:xfrm>
            <a:off x="5110937" y="3802248"/>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646" name="Google Shape;646;p31"/>
          <p:cNvSpPr/>
          <p:nvPr/>
        </p:nvSpPr>
        <p:spPr>
          <a:xfrm>
            <a:off x="252761" y="2216385"/>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647" name="Google Shape;647;p31"/>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648" name="Google Shape;648;p31"/>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sp>
        <p:nvSpPr>
          <p:cNvPr id="649" name="Google Shape;649;p31"/>
          <p:cNvSpPr txBox="1"/>
          <p:nvPr/>
        </p:nvSpPr>
        <p:spPr>
          <a:xfrm>
            <a:off x="4658700" y="-12"/>
            <a:ext cx="4485300" cy="24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solidFill>
                  <a:schemeClr val="dk2"/>
                </a:solidFill>
                <a:latin typeface="Calibri"/>
                <a:ea typeface="Calibri"/>
                <a:cs typeface="Calibri"/>
                <a:sym typeface="Calibri"/>
              </a:rPr>
              <a:t>OPPOSITE PLAY: Trips Left Fake 22 17 Bubble</a:t>
            </a:r>
            <a:endParaRPr sz="1500">
              <a:solidFill>
                <a:schemeClr val="dk2"/>
              </a:solidFill>
              <a:latin typeface="Calibri"/>
              <a:ea typeface="Calibri"/>
              <a:cs typeface="Calibri"/>
              <a:sym typeface="Calibri"/>
            </a:endParaRPr>
          </a:p>
        </p:txBody>
      </p:sp>
      <p:sp>
        <p:nvSpPr>
          <p:cNvPr id="650" name="Google Shape;650;p31"/>
          <p:cNvSpPr/>
          <p:nvPr/>
        </p:nvSpPr>
        <p:spPr>
          <a:xfrm>
            <a:off x="3821025" y="3018125"/>
            <a:ext cx="1427475" cy="672200"/>
          </a:xfrm>
          <a:custGeom>
            <a:rect b="b" l="l" r="r" t="t"/>
            <a:pathLst>
              <a:path extrusionOk="0" h="26888" w="57099">
                <a:moveTo>
                  <a:pt x="57099" y="26888"/>
                </a:moveTo>
                <a:cubicBezTo>
                  <a:pt x="51661" y="24572"/>
                  <a:pt x="33988" y="17472"/>
                  <a:pt x="24471" y="12991"/>
                </a:cubicBezTo>
                <a:cubicBezTo>
                  <a:pt x="14955" y="8510"/>
                  <a:pt x="4079" y="2165"/>
                  <a:pt x="0" y="0"/>
                </a:cubicBezTo>
              </a:path>
            </a:pathLst>
          </a:custGeom>
          <a:noFill/>
          <a:ln cap="flat" cmpd="sng" w="9525">
            <a:solidFill>
              <a:schemeClr val="dk2"/>
            </a:solidFill>
            <a:prstDash val="solid"/>
            <a:round/>
            <a:headEnd len="med" w="med" type="none"/>
            <a:tailEnd len="med" w="med" type="diamond"/>
          </a:ln>
        </p:spPr>
      </p:sp>
      <p:sp>
        <p:nvSpPr>
          <p:cNvPr id="651" name="Google Shape;651;p31"/>
          <p:cNvSpPr/>
          <p:nvPr/>
        </p:nvSpPr>
        <p:spPr>
          <a:xfrm>
            <a:off x="4908625" y="4015100"/>
            <a:ext cx="2779450" cy="341900"/>
          </a:xfrm>
          <a:custGeom>
            <a:rect b="b" l="l" r="r" t="t"/>
            <a:pathLst>
              <a:path extrusionOk="0" h="13676" w="111178">
                <a:moveTo>
                  <a:pt x="0" y="3928"/>
                </a:moveTo>
                <a:cubicBezTo>
                  <a:pt x="11531" y="5539"/>
                  <a:pt x="50654" y="14250"/>
                  <a:pt x="69184" y="13595"/>
                </a:cubicBezTo>
                <a:cubicBezTo>
                  <a:pt x="87714" y="12940"/>
                  <a:pt x="104179" y="2266"/>
                  <a:pt x="111178" y="0"/>
                </a:cubicBezTo>
              </a:path>
            </a:pathLst>
          </a:custGeom>
          <a:noFill/>
          <a:ln cap="flat" cmpd="sng" w="9525">
            <a:solidFill>
              <a:schemeClr val="dk2"/>
            </a:solidFill>
            <a:prstDash val="solid"/>
            <a:round/>
            <a:headEnd len="med" w="med" type="none"/>
            <a:tailEnd len="med" w="med" type="oval"/>
          </a:ln>
        </p:spPr>
      </p:sp>
      <p:cxnSp>
        <p:nvCxnSpPr>
          <p:cNvPr id="652" name="Google Shape;652;p31"/>
          <p:cNvCxnSpPr/>
          <p:nvPr/>
        </p:nvCxnSpPr>
        <p:spPr>
          <a:xfrm>
            <a:off x="3223177" y="2708541"/>
            <a:ext cx="223200" cy="339600"/>
          </a:xfrm>
          <a:prstGeom prst="straightConnector1">
            <a:avLst/>
          </a:prstGeom>
          <a:noFill/>
          <a:ln cap="flat" cmpd="sng" w="9525">
            <a:solidFill>
              <a:schemeClr val="dk2"/>
            </a:solidFill>
            <a:prstDash val="solid"/>
            <a:round/>
            <a:headEnd len="med" w="med" type="none"/>
            <a:tailEnd len="med" w="med" type="diamond"/>
          </a:ln>
        </p:spPr>
      </p:cxnSp>
      <p:cxnSp>
        <p:nvCxnSpPr>
          <p:cNvPr id="653" name="Google Shape;653;p31"/>
          <p:cNvCxnSpPr/>
          <p:nvPr/>
        </p:nvCxnSpPr>
        <p:spPr>
          <a:xfrm>
            <a:off x="3981727" y="2708541"/>
            <a:ext cx="223200" cy="339600"/>
          </a:xfrm>
          <a:prstGeom prst="straightConnector1">
            <a:avLst/>
          </a:prstGeom>
          <a:noFill/>
          <a:ln cap="flat" cmpd="sng" w="9525">
            <a:solidFill>
              <a:schemeClr val="dk2"/>
            </a:solidFill>
            <a:prstDash val="solid"/>
            <a:round/>
            <a:headEnd len="med" w="med" type="none"/>
            <a:tailEnd len="med" w="med" type="diamond"/>
          </a:ln>
        </p:spPr>
      </p:cxnSp>
      <p:cxnSp>
        <p:nvCxnSpPr>
          <p:cNvPr id="654" name="Google Shape;654;p31"/>
          <p:cNvCxnSpPr/>
          <p:nvPr/>
        </p:nvCxnSpPr>
        <p:spPr>
          <a:xfrm flipH="1">
            <a:off x="4701827" y="2708541"/>
            <a:ext cx="7200" cy="382800"/>
          </a:xfrm>
          <a:prstGeom prst="straightConnector1">
            <a:avLst/>
          </a:prstGeom>
          <a:noFill/>
          <a:ln cap="flat" cmpd="sng" w="9525">
            <a:solidFill>
              <a:schemeClr val="dk2"/>
            </a:solidFill>
            <a:prstDash val="solid"/>
            <a:round/>
            <a:headEnd len="med" w="med" type="none"/>
            <a:tailEnd len="med" w="med" type="diamond"/>
          </a:ln>
        </p:spPr>
      </p:cxnSp>
      <p:cxnSp>
        <p:nvCxnSpPr>
          <p:cNvPr id="655" name="Google Shape;655;p31"/>
          <p:cNvCxnSpPr/>
          <p:nvPr/>
        </p:nvCxnSpPr>
        <p:spPr>
          <a:xfrm flipH="1">
            <a:off x="5212677" y="2708541"/>
            <a:ext cx="187500" cy="365400"/>
          </a:xfrm>
          <a:prstGeom prst="straightConnector1">
            <a:avLst/>
          </a:prstGeom>
          <a:noFill/>
          <a:ln cap="flat" cmpd="sng" w="9525">
            <a:solidFill>
              <a:schemeClr val="dk2"/>
            </a:solidFill>
            <a:prstDash val="solid"/>
            <a:round/>
            <a:headEnd len="med" w="med" type="none"/>
            <a:tailEnd len="med" w="med" type="diamond"/>
          </a:ln>
        </p:spPr>
      </p:cxnSp>
      <p:cxnSp>
        <p:nvCxnSpPr>
          <p:cNvPr id="656" name="Google Shape;656;p31"/>
          <p:cNvCxnSpPr/>
          <p:nvPr/>
        </p:nvCxnSpPr>
        <p:spPr>
          <a:xfrm flipH="1">
            <a:off x="5964477" y="2717241"/>
            <a:ext cx="187500" cy="365400"/>
          </a:xfrm>
          <a:prstGeom prst="straightConnector1">
            <a:avLst/>
          </a:prstGeom>
          <a:noFill/>
          <a:ln cap="flat" cmpd="sng" w="9525">
            <a:solidFill>
              <a:schemeClr val="dk2"/>
            </a:solidFill>
            <a:prstDash val="solid"/>
            <a:round/>
            <a:headEnd len="med" w="med" type="none"/>
            <a:tailEnd len="med" w="med" type="diamond"/>
          </a:ln>
        </p:spPr>
      </p:cxnSp>
      <p:sp>
        <p:nvSpPr>
          <p:cNvPr id="657" name="Google Shape;657;p31"/>
          <p:cNvSpPr/>
          <p:nvPr/>
        </p:nvSpPr>
        <p:spPr>
          <a:xfrm>
            <a:off x="6742323" y="555900"/>
            <a:ext cx="1066600" cy="2190325"/>
          </a:xfrm>
          <a:custGeom>
            <a:rect b="b" l="l" r="r" t="t"/>
            <a:pathLst>
              <a:path extrusionOk="0" h="87613" w="42664">
                <a:moveTo>
                  <a:pt x="42664" y="87613"/>
                </a:moveTo>
                <a:cubicBezTo>
                  <a:pt x="35564" y="78902"/>
                  <a:pt x="1123" y="49949"/>
                  <a:pt x="66" y="35347"/>
                </a:cubicBezTo>
                <a:cubicBezTo>
                  <a:pt x="-991" y="20745"/>
                  <a:pt x="30278" y="5891"/>
                  <a:pt x="36320" y="0"/>
                </a:cubicBezTo>
              </a:path>
            </a:pathLst>
          </a:custGeom>
          <a:noFill/>
          <a:ln cap="flat" cmpd="sng" w="9525">
            <a:solidFill>
              <a:schemeClr val="dk2"/>
            </a:solidFill>
            <a:prstDash val="solid"/>
            <a:round/>
            <a:headEnd len="med" w="med" type="none"/>
            <a:tailEnd len="med" w="med" type="stealth"/>
          </a:ln>
        </p:spPr>
      </p:sp>
      <p:sp>
        <p:nvSpPr>
          <p:cNvPr id="658" name="Google Shape;658;p31"/>
          <p:cNvSpPr/>
          <p:nvPr/>
        </p:nvSpPr>
        <p:spPr>
          <a:xfrm>
            <a:off x="8666174" y="472778"/>
            <a:ext cx="253025" cy="1563450"/>
          </a:xfrm>
          <a:custGeom>
            <a:rect b="b" l="l" r="r" t="t"/>
            <a:pathLst>
              <a:path extrusionOk="0" h="62538" w="10121">
                <a:moveTo>
                  <a:pt x="2568" y="62539"/>
                </a:moveTo>
                <a:cubicBezTo>
                  <a:pt x="3223" y="60223"/>
                  <a:pt x="6899" y="58763"/>
                  <a:pt x="6496" y="48642"/>
                </a:cubicBezTo>
                <a:cubicBezTo>
                  <a:pt x="6093" y="38521"/>
                  <a:pt x="-453" y="8259"/>
                  <a:pt x="151" y="1814"/>
                </a:cubicBezTo>
                <a:cubicBezTo>
                  <a:pt x="755" y="-4631"/>
                  <a:pt x="8459" y="8612"/>
                  <a:pt x="10121" y="9971"/>
                </a:cubicBezTo>
              </a:path>
            </a:pathLst>
          </a:custGeom>
          <a:noFill/>
          <a:ln cap="flat" cmpd="sng" w="9525">
            <a:solidFill>
              <a:schemeClr val="dk2"/>
            </a:solidFill>
            <a:prstDash val="solid"/>
            <a:round/>
            <a:headEnd len="med" w="med" type="none"/>
            <a:tailEnd len="med" w="med" type="stealth"/>
          </a:ln>
        </p:spPr>
      </p:sp>
      <p:sp>
        <p:nvSpPr>
          <p:cNvPr id="659" name="Google Shape;659;p31"/>
          <p:cNvSpPr/>
          <p:nvPr/>
        </p:nvSpPr>
        <p:spPr>
          <a:xfrm>
            <a:off x="6660900" y="2383700"/>
            <a:ext cx="149850" cy="287000"/>
          </a:xfrm>
          <a:custGeom>
            <a:rect b="b" l="l" r="r" t="t"/>
            <a:pathLst>
              <a:path extrusionOk="0" h="11480" w="5994">
                <a:moveTo>
                  <a:pt x="0" y="11480"/>
                </a:moveTo>
                <a:cubicBezTo>
                  <a:pt x="957" y="10070"/>
                  <a:pt x="4935" y="4934"/>
                  <a:pt x="5740" y="3021"/>
                </a:cubicBezTo>
                <a:cubicBezTo>
                  <a:pt x="6546" y="1108"/>
                  <a:pt x="4984" y="504"/>
                  <a:pt x="4833" y="0"/>
                </a:cubicBezTo>
              </a:path>
            </a:pathLst>
          </a:custGeom>
          <a:noFill/>
          <a:ln cap="flat" cmpd="sng" w="9525">
            <a:solidFill>
              <a:schemeClr val="dk2"/>
            </a:solidFill>
            <a:prstDash val="solid"/>
            <a:round/>
            <a:headEnd len="med" w="med" type="none"/>
            <a:tailEnd len="med" w="med" type="diamond"/>
          </a:ln>
        </p:spPr>
      </p:sp>
      <p:sp>
        <p:nvSpPr>
          <p:cNvPr id="660" name="Google Shape;660;p31"/>
          <p:cNvSpPr/>
          <p:nvPr/>
        </p:nvSpPr>
        <p:spPr>
          <a:xfrm>
            <a:off x="474221" y="895775"/>
            <a:ext cx="476700" cy="1140475"/>
          </a:xfrm>
          <a:custGeom>
            <a:rect b="b" l="l" r="r" t="t"/>
            <a:pathLst>
              <a:path extrusionOk="0" h="45619" w="19068">
                <a:moveTo>
                  <a:pt x="941" y="45619"/>
                </a:moveTo>
                <a:cubicBezTo>
                  <a:pt x="1042" y="39980"/>
                  <a:pt x="-1476" y="19385"/>
                  <a:pt x="1545" y="11782"/>
                </a:cubicBezTo>
                <a:cubicBezTo>
                  <a:pt x="4566" y="4179"/>
                  <a:pt x="16148" y="1964"/>
                  <a:pt x="19068" y="0"/>
                </a:cubicBezTo>
              </a:path>
            </a:pathLst>
          </a:custGeom>
          <a:noFill/>
          <a:ln cap="flat" cmpd="sng" w="9525">
            <a:solidFill>
              <a:schemeClr val="dk2"/>
            </a:solidFill>
            <a:prstDash val="solid"/>
            <a:round/>
            <a:headEnd len="med" w="med" type="none"/>
            <a:tailEnd len="med" w="med" type="stealth"/>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664" name="Shape 664"/>
        <p:cNvGrpSpPr/>
        <p:nvPr/>
      </p:nvGrpSpPr>
      <p:grpSpPr>
        <a:xfrm>
          <a:off x="0" y="0"/>
          <a:ext cx="0" cy="0"/>
          <a:chOff x="0" y="0"/>
          <a:chExt cx="0" cy="0"/>
        </a:xfrm>
      </p:grpSpPr>
      <p:sp>
        <p:nvSpPr>
          <p:cNvPr id="665" name="Google Shape;665;p32"/>
          <p:cNvSpPr txBox="1"/>
          <p:nvPr>
            <p:ph type="title"/>
          </p:nvPr>
        </p:nvSpPr>
        <p:spPr>
          <a:xfrm>
            <a:off x="107350" y="24975"/>
            <a:ext cx="4929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4120">
                <a:solidFill>
                  <a:srgbClr val="CCCCCC"/>
                </a:solidFill>
                <a:latin typeface="Oswald"/>
                <a:ea typeface="Oswald"/>
                <a:cs typeface="Oswald"/>
                <a:sym typeface="Oswald"/>
              </a:rPr>
              <a:t>TWINS FORMATION</a:t>
            </a:r>
            <a:endParaRPr sz="4120">
              <a:solidFill>
                <a:srgbClr val="CCCCCC"/>
              </a:solidFill>
              <a:latin typeface="Oswald"/>
              <a:ea typeface="Oswald"/>
              <a:cs typeface="Oswald"/>
              <a:sym typeface="Oswald"/>
            </a:endParaRPr>
          </a:p>
        </p:txBody>
      </p:sp>
      <p:sp>
        <p:nvSpPr>
          <p:cNvPr id="666" name="Google Shape;666;p32"/>
          <p:cNvSpPr/>
          <p:nvPr/>
        </p:nvSpPr>
        <p:spPr>
          <a:xfrm>
            <a:off x="4228571" y="1479746"/>
            <a:ext cx="421500" cy="416700"/>
          </a:xfrm>
          <a:prstGeom prst="rect">
            <a:avLst/>
          </a:prstGeom>
          <a:solidFill>
            <a:schemeClr val="accent1"/>
          </a:solidFill>
          <a:ln cap="flat" cmpd="sng" w="15050">
            <a:solidFill>
              <a:schemeClr val="dk2"/>
            </a:solidFill>
            <a:prstDash val="solid"/>
            <a:round/>
            <a:headEnd len="sm" w="sm" type="none"/>
            <a:tailEnd len="sm" w="sm" type="none"/>
          </a:ln>
        </p:spPr>
        <p:txBody>
          <a:bodyPr anchorCtr="0" anchor="ctr" bIns="144350" lIns="144350" spcFirstLastPara="1" rIns="144350" wrap="square" tIns="144350">
            <a:noAutofit/>
          </a:bodyPr>
          <a:lstStyle/>
          <a:p>
            <a:pPr indent="0" lvl="0" marL="0" rtl="0" algn="l">
              <a:spcBef>
                <a:spcPts val="0"/>
              </a:spcBef>
              <a:spcAft>
                <a:spcPts val="0"/>
              </a:spcAft>
              <a:buNone/>
            </a:pPr>
            <a:r>
              <a:t/>
            </a:r>
            <a:endParaRPr/>
          </a:p>
        </p:txBody>
      </p:sp>
      <p:sp>
        <p:nvSpPr>
          <p:cNvPr id="667" name="Google Shape;667;p32"/>
          <p:cNvSpPr/>
          <p:nvPr/>
        </p:nvSpPr>
        <p:spPr>
          <a:xfrm>
            <a:off x="4797590" y="1479746"/>
            <a:ext cx="505800" cy="416700"/>
          </a:xfrm>
          <a:prstGeom prst="ellipse">
            <a:avLst/>
          </a:prstGeom>
          <a:noFill/>
          <a:ln cap="flat" cmpd="sng" w="15050">
            <a:solidFill>
              <a:schemeClr val="dk2"/>
            </a:solidFill>
            <a:prstDash val="solid"/>
            <a:round/>
            <a:headEnd len="sm" w="sm" type="none"/>
            <a:tailEnd len="sm" w="sm" type="none"/>
          </a:ln>
        </p:spPr>
        <p:txBody>
          <a:bodyPr anchorCtr="0" anchor="ctr" bIns="144350" lIns="144350" spcFirstLastPara="1" rIns="144350" wrap="square" tIns="144350">
            <a:noAutofit/>
          </a:bodyPr>
          <a:lstStyle/>
          <a:p>
            <a:pPr indent="0" lvl="0" marL="0" rtl="0" algn="l">
              <a:spcBef>
                <a:spcPts val="0"/>
              </a:spcBef>
              <a:spcAft>
                <a:spcPts val="0"/>
              </a:spcAft>
              <a:buNone/>
            </a:pPr>
            <a:r>
              <a:t/>
            </a:r>
            <a:endParaRPr/>
          </a:p>
        </p:txBody>
      </p:sp>
      <p:sp>
        <p:nvSpPr>
          <p:cNvPr id="668" name="Google Shape;668;p32"/>
          <p:cNvSpPr/>
          <p:nvPr/>
        </p:nvSpPr>
        <p:spPr>
          <a:xfrm>
            <a:off x="5451341" y="1479746"/>
            <a:ext cx="505800" cy="416700"/>
          </a:xfrm>
          <a:prstGeom prst="ellipse">
            <a:avLst/>
          </a:prstGeom>
          <a:noFill/>
          <a:ln cap="flat" cmpd="sng" w="15050">
            <a:solidFill>
              <a:schemeClr val="dk2"/>
            </a:solidFill>
            <a:prstDash val="solid"/>
            <a:round/>
            <a:headEnd len="sm" w="sm" type="none"/>
            <a:tailEnd len="sm" w="sm" type="none"/>
          </a:ln>
        </p:spPr>
        <p:txBody>
          <a:bodyPr anchorCtr="0" anchor="ctr" bIns="144350" lIns="144350" spcFirstLastPara="1" rIns="144350" wrap="square" tIns="144350">
            <a:noAutofit/>
          </a:bodyPr>
          <a:lstStyle/>
          <a:p>
            <a:pPr indent="0" lvl="0" marL="0" rtl="0" algn="l">
              <a:spcBef>
                <a:spcPts val="0"/>
              </a:spcBef>
              <a:spcAft>
                <a:spcPts val="0"/>
              </a:spcAft>
              <a:buNone/>
            </a:pPr>
            <a:r>
              <a:t/>
            </a:r>
            <a:endParaRPr/>
          </a:p>
        </p:txBody>
      </p:sp>
      <p:sp>
        <p:nvSpPr>
          <p:cNvPr id="669" name="Google Shape;669;p32"/>
          <p:cNvSpPr/>
          <p:nvPr/>
        </p:nvSpPr>
        <p:spPr>
          <a:xfrm>
            <a:off x="2921069" y="1479746"/>
            <a:ext cx="505800" cy="416700"/>
          </a:xfrm>
          <a:prstGeom prst="ellipse">
            <a:avLst/>
          </a:prstGeom>
          <a:noFill/>
          <a:ln cap="flat" cmpd="sng" w="15050">
            <a:solidFill>
              <a:schemeClr val="dk2"/>
            </a:solidFill>
            <a:prstDash val="solid"/>
            <a:round/>
            <a:headEnd len="sm" w="sm" type="none"/>
            <a:tailEnd len="sm" w="sm" type="none"/>
          </a:ln>
        </p:spPr>
        <p:txBody>
          <a:bodyPr anchorCtr="0" anchor="ctr" bIns="144350" lIns="144350" spcFirstLastPara="1" rIns="144350" wrap="square" tIns="144350">
            <a:noAutofit/>
          </a:bodyPr>
          <a:lstStyle/>
          <a:p>
            <a:pPr indent="0" lvl="0" marL="0" rtl="0" algn="l">
              <a:spcBef>
                <a:spcPts val="0"/>
              </a:spcBef>
              <a:spcAft>
                <a:spcPts val="0"/>
              </a:spcAft>
              <a:buNone/>
            </a:pPr>
            <a:r>
              <a:t/>
            </a:r>
            <a:endParaRPr/>
          </a:p>
        </p:txBody>
      </p:sp>
      <p:sp>
        <p:nvSpPr>
          <p:cNvPr id="670" name="Google Shape;670;p32"/>
          <p:cNvSpPr/>
          <p:nvPr/>
        </p:nvSpPr>
        <p:spPr>
          <a:xfrm>
            <a:off x="3574820" y="1479746"/>
            <a:ext cx="505800" cy="416700"/>
          </a:xfrm>
          <a:prstGeom prst="ellipse">
            <a:avLst/>
          </a:prstGeom>
          <a:noFill/>
          <a:ln cap="flat" cmpd="sng" w="15050">
            <a:solidFill>
              <a:schemeClr val="dk2"/>
            </a:solidFill>
            <a:prstDash val="solid"/>
            <a:round/>
            <a:headEnd len="sm" w="sm" type="none"/>
            <a:tailEnd len="sm" w="sm" type="none"/>
          </a:ln>
        </p:spPr>
        <p:txBody>
          <a:bodyPr anchorCtr="0" anchor="ctr" bIns="144350" lIns="144350" spcFirstLastPara="1" rIns="144350" wrap="square" tIns="144350">
            <a:noAutofit/>
          </a:bodyPr>
          <a:lstStyle/>
          <a:p>
            <a:pPr indent="0" lvl="0" marL="0" rtl="0" algn="l">
              <a:spcBef>
                <a:spcPts val="0"/>
              </a:spcBef>
              <a:spcAft>
                <a:spcPts val="0"/>
              </a:spcAft>
              <a:buNone/>
            </a:pPr>
            <a:r>
              <a:t/>
            </a:r>
            <a:endParaRPr/>
          </a:p>
        </p:txBody>
      </p:sp>
      <p:sp>
        <p:nvSpPr>
          <p:cNvPr id="671" name="Google Shape;671;p32"/>
          <p:cNvSpPr/>
          <p:nvPr/>
        </p:nvSpPr>
        <p:spPr>
          <a:xfrm>
            <a:off x="1946924" y="2010738"/>
            <a:ext cx="283839" cy="424422"/>
          </a:xfrm>
          <a:prstGeom prst="rect">
            <a:avLst/>
          </a:prstGeom>
        </p:spPr>
        <p:txBody>
          <a:bodyPr>
            <a:prstTxWarp prst="textPlain"/>
          </a:bodyPr>
          <a:lstStyle/>
          <a:p>
            <a:pPr lvl="0" algn="ctr"/>
            <a:r>
              <a:rPr b="0" i="0">
                <a:ln>
                  <a:noFill/>
                </a:ln>
                <a:solidFill>
                  <a:schemeClr val="accent1"/>
                </a:solidFill>
                <a:latin typeface="Arial"/>
              </a:rPr>
              <a:t>3</a:t>
            </a:r>
          </a:p>
        </p:txBody>
      </p:sp>
      <p:sp>
        <p:nvSpPr>
          <p:cNvPr id="672" name="Google Shape;672;p32"/>
          <p:cNvSpPr/>
          <p:nvPr/>
        </p:nvSpPr>
        <p:spPr>
          <a:xfrm>
            <a:off x="7051528" y="1962219"/>
            <a:ext cx="299574" cy="415713"/>
          </a:xfrm>
          <a:prstGeom prst="rect">
            <a:avLst/>
          </a:prstGeom>
        </p:spPr>
        <p:txBody>
          <a:bodyPr>
            <a:prstTxWarp prst="textPlain"/>
          </a:bodyPr>
          <a:lstStyle/>
          <a:p>
            <a:pPr lvl="0" algn="ctr"/>
            <a:r>
              <a:rPr b="0" i="0">
                <a:ln>
                  <a:noFill/>
                </a:ln>
                <a:solidFill>
                  <a:schemeClr val="accent1"/>
                </a:solidFill>
                <a:latin typeface="Arial"/>
              </a:rPr>
              <a:t>4</a:t>
            </a:r>
          </a:p>
        </p:txBody>
      </p:sp>
      <p:sp>
        <p:nvSpPr>
          <p:cNvPr id="673" name="Google Shape;673;p32"/>
          <p:cNvSpPr/>
          <p:nvPr/>
        </p:nvSpPr>
        <p:spPr>
          <a:xfrm>
            <a:off x="8197137" y="1432137"/>
            <a:ext cx="286260" cy="424422"/>
          </a:xfrm>
          <a:prstGeom prst="rect">
            <a:avLst/>
          </a:prstGeom>
        </p:spPr>
        <p:txBody>
          <a:bodyPr>
            <a:prstTxWarp prst="textPlain"/>
          </a:bodyPr>
          <a:lstStyle/>
          <a:p>
            <a:pPr lvl="0" algn="ctr"/>
            <a:r>
              <a:rPr b="0" i="0">
                <a:ln>
                  <a:noFill/>
                </a:ln>
                <a:solidFill>
                  <a:schemeClr val="accent1"/>
                </a:solidFill>
                <a:latin typeface="Arial"/>
              </a:rPr>
              <a:t>6</a:t>
            </a:r>
          </a:p>
        </p:txBody>
      </p:sp>
      <p:sp>
        <p:nvSpPr>
          <p:cNvPr id="674" name="Google Shape;674;p32"/>
          <p:cNvSpPr/>
          <p:nvPr/>
        </p:nvSpPr>
        <p:spPr>
          <a:xfrm>
            <a:off x="4359256" y="2790535"/>
            <a:ext cx="159773" cy="417455"/>
          </a:xfrm>
          <a:prstGeom prst="rect">
            <a:avLst/>
          </a:prstGeom>
        </p:spPr>
        <p:txBody>
          <a:bodyPr>
            <a:prstTxWarp prst="textPlain"/>
          </a:bodyPr>
          <a:lstStyle/>
          <a:p>
            <a:pPr lvl="0" algn="ctr"/>
            <a:r>
              <a:rPr b="0" i="0">
                <a:ln>
                  <a:noFill/>
                </a:ln>
                <a:solidFill>
                  <a:schemeClr val="accent1"/>
                </a:solidFill>
                <a:latin typeface="Arial"/>
              </a:rPr>
              <a:t>1</a:t>
            </a:r>
          </a:p>
        </p:txBody>
      </p:sp>
      <p:sp>
        <p:nvSpPr>
          <p:cNvPr id="675" name="Google Shape;675;p32"/>
          <p:cNvSpPr/>
          <p:nvPr/>
        </p:nvSpPr>
        <p:spPr>
          <a:xfrm>
            <a:off x="4797602" y="2778515"/>
            <a:ext cx="286865" cy="417455"/>
          </a:xfrm>
          <a:prstGeom prst="rect">
            <a:avLst/>
          </a:prstGeom>
        </p:spPr>
        <p:txBody>
          <a:bodyPr>
            <a:prstTxWarp prst="textPlain"/>
          </a:bodyPr>
          <a:lstStyle/>
          <a:p>
            <a:pPr lvl="0" algn="ctr"/>
            <a:r>
              <a:rPr b="0" i="0">
                <a:ln>
                  <a:noFill/>
                </a:ln>
                <a:solidFill>
                  <a:schemeClr val="accent1"/>
                </a:solidFill>
                <a:latin typeface="Arial"/>
              </a:rPr>
              <a:t>2</a:t>
            </a:r>
          </a:p>
        </p:txBody>
      </p:sp>
      <p:sp>
        <p:nvSpPr>
          <p:cNvPr id="676" name="Google Shape;676;p32"/>
          <p:cNvSpPr/>
          <p:nvPr/>
        </p:nvSpPr>
        <p:spPr>
          <a:xfrm>
            <a:off x="609459" y="1479868"/>
            <a:ext cx="287470" cy="416874"/>
          </a:xfrm>
          <a:prstGeom prst="rect">
            <a:avLst/>
          </a:prstGeom>
        </p:spPr>
        <p:txBody>
          <a:bodyPr>
            <a:prstTxWarp prst="textPlain"/>
          </a:bodyPr>
          <a:lstStyle/>
          <a:p>
            <a:pPr lvl="0" algn="ctr"/>
            <a:r>
              <a:rPr b="0" i="0">
                <a:ln>
                  <a:noFill/>
                </a:ln>
                <a:solidFill>
                  <a:schemeClr val="accent1"/>
                </a:solidFill>
                <a:latin typeface="Arial"/>
              </a:rPr>
              <a:t>5</a:t>
            </a:r>
          </a:p>
        </p:txBody>
      </p:sp>
      <p:sp>
        <p:nvSpPr>
          <p:cNvPr id="677" name="Google Shape;677;p32"/>
          <p:cNvSpPr txBox="1"/>
          <p:nvPr>
            <p:ph type="title"/>
          </p:nvPr>
        </p:nvSpPr>
        <p:spPr>
          <a:xfrm>
            <a:off x="0" y="4921434"/>
            <a:ext cx="772200" cy="294300"/>
          </a:xfrm>
          <a:prstGeom prst="rect">
            <a:avLst/>
          </a:prstGeom>
        </p:spPr>
        <p:txBody>
          <a:bodyPr anchorCtr="0" anchor="t" bIns="46975" lIns="46975" spcFirstLastPara="1" rIns="46975" wrap="square" tIns="46975">
            <a:noAutofit/>
          </a:bodyPr>
          <a:lstStyle/>
          <a:p>
            <a:pPr indent="0" lvl="0" marL="0" rtl="0" algn="l">
              <a:spcBef>
                <a:spcPts val="0"/>
              </a:spcBef>
              <a:spcAft>
                <a:spcPts val="0"/>
              </a:spcAft>
              <a:buSzPts val="509"/>
              <a:buNone/>
            </a:pPr>
            <a:r>
              <a:rPr lang="en" sz="1038">
                <a:solidFill>
                  <a:srgbClr val="CCCCCC"/>
                </a:solidFill>
                <a:latin typeface="Oswald"/>
                <a:ea typeface="Oswald"/>
                <a:cs typeface="Oswald"/>
                <a:sym typeface="Oswald"/>
              </a:rPr>
              <a:t>TWINS</a:t>
            </a:r>
            <a:r>
              <a:rPr lang="en" sz="1038">
                <a:solidFill>
                  <a:srgbClr val="CCCCCC"/>
                </a:solidFill>
                <a:latin typeface="Oswald"/>
                <a:ea typeface="Oswald"/>
                <a:cs typeface="Oswald"/>
                <a:sym typeface="Oswald"/>
              </a:rPr>
              <a:t> LEFT</a:t>
            </a:r>
            <a:endParaRPr sz="1038">
              <a:solidFill>
                <a:srgbClr val="CCCCCC"/>
              </a:solidFill>
              <a:latin typeface="Oswald"/>
              <a:ea typeface="Oswald"/>
              <a:cs typeface="Oswald"/>
              <a:sym typeface="Oswald"/>
            </a:endParaRPr>
          </a:p>
        </p:txBody>
      </p:sp>
      <p:sp>
        <p:nvSpPr>
          <p:cNvPr id="678" name="Google Shape;678;p32"/>
          <p:cNvSpPr/>
          <p:nvPr/>
        </p:nvSpPr>
        <p:spPr>
          <a:xfrm>
            <a:off x="4080615" y="3241459"/>
            <a:ext cx="781911" cy="305793"/>
          </a:xfrm>
          <a:custGeom>
            <a:rect b="b" l="l" r="r" t="t"/>
            <a:pathLst>
              <a:path extrusionOk="0" h="7747" w="19809">
                <a:moveTo>
                  <a:pt x="19809" y="2433"/>
                </a:moveTo>
                <a:cubicBezTo>
                  <a:pt x="18709" y="3302"/>
                  <a:pt x="16508" y="8052"/>
                  <a:pt x="13206" y="7646"/>
                </a:cubicBezTo>
                <a:cubicBezTo>
                  <a:pt x="9905" y="7241"/>
                  <a:pt x="2201" y="1274"/>
                  <a:pt x="0" y="0"/>
                </a:cubicBezTo>
              </a:path>
            </a:pathLst>
          </a:custGeom>
          <a:noFill/>
          <a:ln cap="flat" cmpd="sng" w="15050">
            <a:solidFill>
              <a:schemeClr val="dk2"/>
            </a:solidFill>
            <a:prstDash val="dash"/>
            <a:round/>
            <a:headEnd len="med" w="med" type="none"/>
            <a:tailEnd len="med" w="med" type="oval"/>
          </a:ln>
        </p:spPr>
      </p:sp>
      <p:sp>
        <p:nvSpPr>
          <p:cNvPr id="679" name="Google Shape;679;p32"/>
          <p:cNvSpPr txBox="1"/>
          <p:nvPr/>
        </p:nvSpPr>
        <p:spPr>
          <a:xfrm>
            <a:off x="3809320" y="3592716"/>
            <a:ext cx="918900" cy="306000"/>
          </a:xfrm>
          <a:prstGeom prst="rect">
            <a:avLst/>
          </a:prstGeom>
          <a:noFill/>
          <a:ln>
            <a:noFill/>
          </a:ln>
        </p:spPr>
        <p:txBody>
          <a:bodyPr anchorCtr="0" anchor="t" bIns="144350" lIns="144350" spcFirstLastPara="1" rIns="144350" wrap="square" tIns="144350">
            <a:noAutofit/>
          </a:bodyPr>
          <a:lstStyle/>
          <a:p>
            <a:pPr indent="0" lvl="0" marL="0" rtl="0" algn="l">
              <a:spcBef>
                <a:spcPts val="0"/>
              </a:spcBef>
              <a:spcAft>
                <a:spcPts val="0"/>
              </a:spcAft>
              <a:buNone/>
            </a:pPr>
            <a:r>
              <a:rPr lang="en" sz="1579">
                <a:solidFill>
                  <a:schemeClr val="dk2"/>
                </a:solidFill>
              </a:rPr>
              <a:t>“FLIP”</a:t>
            </a:r>
            <a:endParaRPr sz="1579">
              <a:solidFill>
                <a:schemeClr val="dk2"/>
              </a:solidFill>
            </a:endParaRPr>
          </a:p>
        </p:txBody>
      </p:sp>
      <p:sp>
        <p:nvSpPr>
          <p:cNvPr id="680" name="Google Shape;680;p32"/>
          <p:cNvSpPr/>
          <p:nvPr/>
        </p:nvSpPr>
        <p:spPr>
          <a:xfrm flipH="1">
            <a:off x="1503867" y="4892724"/>
            <a:ext cx="273067" cy="99510"/>
          </a:xfrm>
          <a:custGeom>
            <a:rect b="b" l="l" r="r" t="t"/>
            <a:pathLst>
              <a:path extrusionOk="0" h="7747" w="19809">
                <a:moveTo>
                  <a:pt x="19809" y="2433"/>
                </a:moveTo>
                <a:cubicBezTo>
                  <a:pt x="18709" y="3302"/>
                  <a:pt x="16508" y="8052"/>
                  <a:pt x="13206" y="7646"/>
                </a:cubicBezTo>
                <a:cubicBezTo>
                  <a:pt x="9905" y="7241"/>
                  <a:pt x="2201" y="1274"/>
                  <a:pt x="0" y="0"/>
                </a:cubicBezTo>
              </a:path>
            </a:pathLst>
          </a:custGeom>
          <a:noFill/>
          <a:ln cap="flat" cmpd="sng" w="4900">
            <a:solidFill>
              <a:schemeClr val="dk2"/>
            </a:solidFill>
            <a:prstDash val="dash"/>
            <a:round/>
            <a:headEnd len="med" w="med" type="none"/>
            <a:tailEnd len="med" w="med" type="oval"/>
          </a:ln>
        </p:spPr>
      </p:sp>
      <p:sp>
        <p:nvSpPr>
          <p:cNvPr id="681" name="Google Shape;681;p32"/>
          <p:cNvSpPr txBox="1"/>
          <p:nvPr/>
        </p:nvSpPr>
        <p:spPr>
          <a:xfrm>
            <a:off x="1387222" y="4992226"/>
            <a:ext cx="298800" cy="99600"/>
          </a:xfrm>
          <a:prstGeom prst="rect">
            <a:avLst/>
          </a:prstGeom>
          <a:noFill/>
          <a:ln>
            <a:noFill/>
          </a:ln>
        </p:spPr>
        <p:txBody>
          <a:bodyPr anchorCtr="0" anchor="t" bIns="46975" lIns="46975" spcFirstLastPara="1" rIns="46975" wrap="square" tIns="46975">
            <a:noAutofit/>
          </a:bodyPr>
          <a:lstStyle/>
          <a:p>
            <a:pPr indent="0" lvl="0" marL="0" rtl="0" algn="l">
              <a:spcBef>
                <a:spcPts val="0"/>
              </a:spcBef>
              <a:spcAft>
                <a:spcPts val="0"/>
              </a:spcAft>
              <a:buNone/>
            </a:pPr>
            <a:r>
              <a:rPr lang="en" sz="514">
                <a:solidFill>
                  <a:schemeClr val="dk2"/>
                </a:solidFill>
              </a:rPr>
              <a:t>“FLIP”</a:t>
            </a:r>
            <a:endParaRPr sz="514">
              <a:solidFill>
                <a:schemeClr val="dk2"/>
              </a:solidFill>
            </a:endParaRPr>
          </a:p>
        </p:txBody>
      </p:sp>
      <p:sp>
        <p:nvSpPr>
          <p:cNvPr id="682" name="Google Shape;682;p32"/>
          <p:cNvSpPr/>
          <p:nvPr/>
        </p:nvSpPr>
        <p:spPr>
          <a:xfrm>
            <a:off x="1549055" y="4299126"/>
            <a:ext cx="137100" cy="135600"/>
          </a:xfrm>
          <a:prstGeom prst="rect">
            <a:avLst/>
          </a:prstGeom>
          <a:solidFill>
            <a:schemeClr val="accent1"/>
          </a:solidFill>
          <a:ln cap="flat" cmpd="sng" w="4900">
            <a:solidFill>
              <a:schemeClr val="dk2"/>
            </a:solidFill>
            <a:prstDash val="solid"/>
            <a:round/>
            <a:headEnd len="sm" w="sm" type="none"/>
            <a:tailEnd len="sm" w="sm" type="none"/>
          </a:ln>
        </p:spPr>
        <p:txBody>
          <a:bodyPr anchorCtr="0" anchor="ctr" bIns="46975" lIns="46975" spcFirstLastPara="1" rIns="46975" wrap="square" tIns="46975">
            <a:noAutofit/>
          </a:bodyPr>
          <a:lstStyle/>
          <a:p>
            <a:pPr indent="0" lvl="0" marL="0" rtl="0" algn="l">
              <a:spcBef>
                <a:spcPts val="0"/>
              </a:spcBef>
              <a:spcAft>
                <a:spcPts val="0"/>
              </a:spcAft>
              <a:buNone/>
            </a:pPr>
            <a:r>
              <a:t/>
            </a:r>
            <a:endParaRPr/>
          </a:p>
        </p:txBody>
      </p:sp>
      <p:sp>
        <p:nvSpPr>
          <p:cNvPr id="683" name="Google Shape;683;p32"/>
          <p:cNvSpPr/>
          <p:nvPr/>
        </p:nvSpPr>
        <p:spPr>
          <a:xfrm>
            <a:off x="1734207" y="4299126"/>
            <a:ext cx="164700" cy="135600"/>
          </a:xfrm>
          <a:prstGeom prst="ellipse">
            <a:avLst/>
          </a:prstGeom>
          <a:noFill/>
          <a:ln cap="flat" cmpd="sng" w="4900">
            <a:solidFill>
              <a:schemeClr val="dk2"/>
            </a:solidFill>
            <a:prstDash val="solid"/>
            <a:round/>
            <a:headEnd len="sm" w="sm" type="none"/>
            <a:tailEnd len="sm" w="sm" type="none"/>
          </a:ln>
        </p:spPr>
        <p:txBody>
          <a:bodyPr anchorCtr="0" anchor="ctr" bIns="46975" lIns="46975" spcFirstLastPara="1" rIns="46975" wrap="square" tIns="46975">
            <a:noAutofit/>
          </a:bodyPr>
          <a:lstStyle/>
          <a:p>
            <a:pPr indent="0" lvl="0" marL="0" rtl="0" algn="l">
              <a:spcBef>
                <a:spcPts val="0"/>
              </a:spcBef>
              <a:spcAft>
                <a:spcPts val="0"/>
              </a:spcAft>
              <a:buNone/>
            </a:pPr>
            <a:r>
              <a:t/>
            </a:r>
            <a:endParaRPr/>
          </a:p>
        </p:txBody>
      </p:sp>
      <p:sp>
        <p:nvSpPr>
          <p:cNvPr id="684" name="Google Shape;684;p32"/>
          <p:cNvSpPr/>
          <p:nvPr/>
        </p:nvSpPr>
        <p:spPr>
          <a:xfrm>
            <a:off x="1946931" y="4299126"/>
            <a:ext cx="164700" cy="135600"/>
          </a:xfrm>
          <a:prstGeom prst="ellipse">
            <a:avLst/>
          </a:prstGeom>
          <a:noFill/>
          <a:ln cap="flat" cmpd="sng" w="4900">
            <a:solidFill>
              <a:schemeClr val="dk2"/>
            </a:solidFill>
            <a:prstDash val="solid"/>
            <a:round/>
            <a:headEnd len="sm" w="sm" type="none"/>
            <a:tailEnd len="sm" w="sm" type="none"/>
          </a:ln>
        </p:spPr>
        <p:txBody>
          <a:bodyPr anchorCtr="0" anchor="ctr" bIns="46975" lIns="46975" spcFirstLastPara="1" rIns="46975" wrap="square" tIns="46975">
            <a:noAutofit/>
          </a:bodyPr>
          <a:lstStyle/>
          <a:p>
            <a:pPr indent="0" lvl="0" marL="0" rtl="0" algn="l">
              <a:spcBef>
                <a:spcPts val="0"/>
              </a:spcBef>
              <a:spcAft>
                <a:spcPts val="0"/>
              </a:spcAft>
              <a:buNone/>
            </a:pPr>
            <a:r>
              <a:t/>
            </a:r>
            <a:endParaRPr/>
          </a:p>
        </p:txBody>
      </p:sp>
      <p:sp>
        <p:nvSpPr>
          <p:cNvPr id="685" name="Google Shape;685;p32"/>
          <p:cNvSpPr/>
          <p:nvPr/>
        </p:nvSpPr>
        <p:spPr>
          <a:xfrm>
            <a:off x="1123607" y="4299126"/>
            <a:ext cx="164700" cy="135600"/>
          </a:xfrm>
          <a:prstGeom prst="ellipse">
            <a:avLst/>
          </a:prstGeom>
          <a:noFill/>
          <a:ln cap="flat" cmpd="sng" w="4900">
            <a:solidFill>
              <a:schemeClr val="dk2"/>
            </a:solidFill>
            <a:prstDash val="solid"/>
            <a:round/>
            <a:headEnd len="sm" w="sm" type="none"/>
            <a:tailEnd len="sm" w="sm" type="none"/>
          </a:ln>
        </p:spPr>
        <p:txBody>
          <a:bodyPr anchorCtr="0" anchor="ctr" bIns="46975" lIns="46975" spcFirstLastPara="1" rIns="46975" wrap="square" tIns="46975">
            <a:noAutofit/>
          </a:bodyPr>
          <a:lstStyle/>
          <a:p>
            <a:pPr indent="0" lvl="0" marL="0" rtl="0" algn="l">
              <a:spcBef>
                <a:spcPts val="0"/>
              </a:spcBef>
              <a:spcAft>
                <a:spcPts val="0"/>
              </a:spcAft>
              <a:buNone/>
            </a:pPr>
            <a:r>
              <a:t/>
            </a:r>
            <a:endParaRPr/>
          </a:p>
        </p:txBody>
      </p:sp>
      <p:sp>
        <p:nvSpPr>
          <p:cNvPr id="686" name="Google Shape;686;p32"/>
          <p:cNvSpPr/>
          <p:nvPr/>
        </p:nvSpPr>
        <p:spPr>
          <a:xfrm>
            <a:off x="1336331" y="4299126"/>
            <a:ext cx="164700" cy="135600"/>
          </a:xfrm>
          <a:prstGeom prst="ellipse">
            <a:avLst/>
          </a:prstGeom>
          <a:noFill/>
          <a:ln cap="flat" cmpd="sng" w="4900">
            <a:solidFill>
              <a:schemeClr val="dk2"/>
            </a:solidFill>
            <a:prstDash val="solid"/>
            <a:round/>
            <a:headEnd len="sm" w="sm" type="none"/>
            <a:tailEnd len="sm" w="sm" type="none"/>
          </a:ln>
        </p:spPr>
        <p:txBody>
          <a:bodyPr anchorCtr="0" anchor="ctr" bIns="46975" lIns="46975" spcFirstLastPara="1" rIns="46975" wrap="square" tIns="46975">
            <a:noAutofit/>
          </a:bodyPr>
          <a:lstStyle/>
          <a:p>
            <a:pPr indent="0" lvl="0" marL="0" rtl="0" algn="l">
              <a:spcBef>
                <a:spcPts val="0"/>
              </a:spcBef>
              <a:spcAft>
                <a:spcPts val="0"/>
              </a:spcAft>
              <a:buNone/>
            </a:pPr>
            <a:r>
              <a:t/>
            </a:r>
            <a:endParaRPr/>
          </a:p>
        </p:txBody>
      </p:sp>
      <p:sp>
        <p:nvSpPr>
          <p:cNvPr id="687" name="Google Shape;687;p32"/>
          <p:cNvSpPr/>
          <p:nvPr/>
        </p:nvSpPr>
        <p:spPr>
          <a:xfrm>
            <a:off x="2230766" y="4433332"/>
            <a:ext cx="92358" cy="138099"/>
          </a:xfrm>
          <a:prstGeom prst="rect">
            <a:avLst/>
          </a:prstGeom>
        </p:spPr>
        <p:txBody>
          <a:bodyPr>
            <a:prstTxWarp prst="textPlain"/>
          </a:bodyPr>
          <a:lstStyle/>
          <a:p>
            <a:pPr lvl="0" algn="ctr"/>
            <a:r>
              <a:rPr b="0" i="0">
                <a:ln>
                  <a:noFill/>
                </a:ln>
                <a:solidFill>
                  <a:schemeClr val="accent1"/>
                </a:solidFill>
                <a:latin typeface="Arial"/>
              </a:rPr>
              <a:t>3</a:t>
            </a:r>
          </a:p>
        </p:txBody>
      </p:sp>
      <p:sp>
        <p:nvSpPr>
          <p:cNvPr id="688" name="Google Shape;688;p32"/>
          <p:cNvSpPr/>
          <p:nvPr/>
        </p:nvSpPr>
        <p:spPr>
          <a:xfrm>
            <a:off x="674709" y="4434755"/>
            <a:ext cx="97478" cy="135265"/>
          </a:xfrm>
          <a:prstGeom prst="rect">
            <a:avLst/>
          </a:prstGeom>
        </p:spPr>
        <p:txBody>
          <a:bodyPr>
            <a:prstTxWarp prst="textPlain"/>
          </a:bodyPr>
          <a:lstStyle/>
          <a:p>
            <a:pPr lvl="0" algn="ctr"/>
            <a:r>
              <a:rPr b="0" i="0">
                <a:ln>
                  <a:noFill/>
                </a:ln>
                <a:solidFill>
                  <a:schemeClr val="accent1"/>
                </a:solidFill>
                <a:latin typeface="Arial"/>
              </a:rPr>
              <a:t>4</a:t>
            </a:r>
          </a:p>
        </p:txBody>
      </p:sp>
      <p:sp>
        <p:nvSpPr>
          <p:cNvPr id="689" name="Google Shape;689;p32"/>
          <p:cNvSpPr/>
          <p:nvPr/>
        </p:nvSpPr>
        <p:spPr>
          <a:xfrm>
            <a:off x="2525975" y="4299298"/>
            <a:ext cx="92351" cy="135255"/>
          </a:xfrm>
          <a:prstGeom prst="rect">
            <a:avLst/>
          </a:prstGeom>
        </p:spPr>
        <p:txBody>
          <a:bodyPr>
            <a:prstTxWarp prst="textPlain"/>
          </a:bodyPr>
          <a:lstStyle/>
          <a:p>
            <a:pPr lvl="0" algn="ctr"/>
            <a:r>
              <a:rPr b="0" i="0">
                <a:ln>
                  <a:noFill/>
                </a:ln>
                <a:solidFill>
                  <a:schemeClr val="accent1"/>
                </a:solidFill>
                <a:latin typeface="Arial"/>
              </a:rPr>
              <a:t>5</a:t>
            </a:r>
          </a:p>
        </p:txBody>
      </p:sp>
      <p:sp>
        <p:nvSpPr>
          <p:cNvPr id="690" name="Google Shape;690;p32"/>
          <p:cNvSpPr/>
          <p:nvPr/>
        </p:nvSpPr>
        <p:spPr>
          <a:xfrm>
            <a:off x="1591578" y="4725635"/>
            <a:ext cx="51988" cy="135832"/>
          </a:xfrm>
          <a:prstGeom prst="rect">
            <a:avLst/>
          </a:prstGeom>
        </p:spPr>
        <p:txBody>
          <a:bodyPr>
            <a:prstTxWarp prst="textPlain"/>
          </a:bodyPr>
          <a:lstStyle/>
          <a:p>
            <a:pPr lvl="0" algn="ctr"/>
            <a:r>
              <a:rPr b="0" i="0">
                <a:ln>
                  <a:noFill/>
                </a:ln>
                <a:solidFill>
                  <a:schemeClr val="accent1"/>
                </a:solidFill>
                <a:latin typeface="Arial"/>
              </a:rPr>
              <a:t>1</a:t>
            </a:r>
          </a:p>
        </p:txBody>
      </p:sp>
      <p:sp>
        <p:nvSpPr>
          <p:cNvPr id="691" name="Google Shape;691;p32"/>
          <p:cNvSpPr/>
          <p:nvPr/>
        </p:nvSpPr>
        <p:spPr>
          <a:xfrm>
            <a:off x="1435383" y="4756885"/>
            <a:ext cx="93342" cy="135832"/>
          </a:xfrm>
          <a:prstGeom prst="rect">
            <a:avLst/>
          </a:prstGeom>
        </p:spPr>
        <p:txBody>
          <a:bodyPr>
            <a:prstTxWarp prst="textPlain"/>
          </a:bodyPr>
          <a:lstStyle/>
          <a:p>
            <a:pPr lvl="0" algn="ctr"/>
            <a:r>
              <a:rPr b="0" i="0">
                <a:ln>
                  <a:noFill/>
                </a:ln>
                <a:solidFill>
                  <a:schemeClr val="accent1"/>
                </a:solidFill>
                <a:latin typeface="Arial"/>
              </a:rPr>
              <a:t>2</a:t>
            </a:r>
          </a:p>
        </p:txBody>
      </p:sp>
      <p:sp>
        <p:nvSpPr>
          <p:cNvPr id="692" name="Google Shape;692;p32"/>
          <p:cNvSpPr/>
          <p:nvPr/>
        </p:nvSpPr>
        <p:spPr>
          <a:xfrm>
            <a:off x="275954" y="4271900"/>
            <a:ext cx="93146" cy="138099"/>
          </a:xfrm>
          <a:prstGeom prst="rect">
            <a:avLst/>
          </a:prstGeom>
        </p:spPr>
        <p:txBody>
          <a:bodyPr>
            <a:prstTxWarp prst="textPlain"/>
          </a:bodyPr>
          <a:lstStyle/>
          <a:p>
            <a:pPr lvl="0" algn="ctr"/>
            <a:r>
              <a:rPr b="0" i="0">
                <a:ln>
                  <a:noFill/>
                </a:ln>
                <a:solidFill>
                  <a:schemeClr val="accent1"/>
                </a:solidFill>
                <a:latin typeface="Arial"/>
              </a:rPr>
              <a:t>6</a:t>
            </a:r>
          </a:p>
        </p:txBody>
      </p:sp>
      <p:cxnSp>
        <p:nvCxnSpPr>
          <p:cNvPr id="693" name="Google Shape;693;p32"/>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694" name="Google Shape;694;p32"/>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698" name="Shape 698"/>
        <p:cNvGrpSpPr/>
        <p:nvPr/>
      </p:nvGrpSpPr>
      <p:grpSpPr>
        <a:xfrm>
          <a:off x="0" y="0"/>
          <a:ext cx="0" cy="0"/>
          <a:chOff x="0" y="0"/>
          <a:chExt cx="0" cy="0"/>
        </a:xfrm>
      </p:grpSpPr>
      <p:sp>
        <p:nvSpPr>
          <p:cNvPr id="699" name="Google Shape;699;p33"/>
          <p:cNvSpPr/>
          <p:nvPr/>
        </p:nvSpPr>
        <p:spPr>
          <a:xfrm>
            <a:off x="8410338"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0" name="Google Shape;700;p33"/>
          <p:cNvSpPr/>
          <p:nvPr/>
        </p:nvSpPr>
        <p:spPr>
          <a:xfrm>
            <a:off x="7426050"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1" name="Google Shape;701;p33"/>
          <p:cNvSpPr/>
          <p:nvPr/>
        </p:nvSpPr>
        <p:spPr>
          <a:xfrm>
            <a:off x="1936713"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2" name="Google Shape;702;p33"/>
          <p:cNvSpPr/>
          <p:nvPr/>
        </p:nvSpPr>
        <p:spPr>
          <a:xfrm>
            <a:off x="2663788" y="1750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3" name="Google Shape;703;p33"/>
          <p:cNvSpPr/>
          <p:nvPr/>
        </p:nvSpPr>
        <p:spPr>
          <a:xfrm>
            <a:off x="4028613" y="1750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4" name="Google Shape;704;p33"/>
          <p:cNvSpPr/>
          <p:nvPr/>
        </p:nvSpPr>
        <p:spPr>
          <a:xfrm>
            <a:off x="5439850" y="172258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5" name="Google Shape;705;p33"/>
          <p:cNvSpPr txBox="1"/>
          <p:nvPr/>
        </p:nvSpPr>
        <p:spPr>
          <a:xfrm>
            <a:off x="0" y="0"/>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TWINS CORNER HITCH</a:t>
            </a:r>
            <a:endParaRPr sz="4120">
              <a:solidFill>
                <a:srgbClr val="CCCCCC"/>
              </a:solidFill>
              <a:latin typeface="Oswald"/>
              <a:ea typeface="Oswald"/>
              <a:cs typeface="Oswald"/>
              <a:sym typeface="Oswald"/>
            </a:endParaRPr>
          </a:p>
          <a:p>
            <a:pPr indent="0" lvl="0" marL="0" rtl="0" algn="l">
              <a:spcBef>
                <a:spcPts val="0"/>
              </a:spcBef>
              <a:spcAft>
                <a:spcPts val="0"/>
              </a:spcAft>
              <a:buNone/>
            </a:pPr>
            <a:r>
              <a:t/>
            </a:r>
            <a:endParaRPr sz="4120">
              <a:solidFill>
                <a:srgbClr val="CCCCCC"/>
              </a:solidFill>
              <a:latin typeface="Oswald"/>
              <a:ea typeface="Oswald"/>
              <a:cs typeface="Oswald"/>
              <a:sym typeface="Oswald"/>
            </a:endParaRPr>
          </a:p>
        </p:txBody>
      </p:sp>
      <p:sp>
        <p:nvSpPr>
          <p:cNvPr id="706" name="Google Shape;706;p33"/>
          <p:cNvSpPr/>
          <p:nvPr/>
        </p:nvSpPr>
        <p:spPr>
          <a:xfrm>
            <a:off x="6411463" y="1808350"/>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7" name="Google Shape;707;p33"/>
          <p:cNvSpPr/>
          <p:nvPr/>
        </p:nvSpPr>
        <p:spPr>
          <a:xfrm>
            <a:off x="322663" y="143078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8" name="Google Shape;708;p33"/>
          <p:cNvSpPr/>
          <p:nvPr/>
        </p:nvSpPr>
        <p:spPr>
          <a:xfrm>
            <a:off x="3422538" y="12111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9" name="Google Shape;709;p33"/>
          <p:cNvSpPr/>
          <p:nvPr/>
        </p:nvSpPr>
        <p:spPr>
          <a:xfrm>
            <a:off x="5009738" y="12111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0" name="Google Shape;710;p33"/>
          <p:cNvSpPr/>
          <p:nvPr/>
        </p:nvSpPr>
        <p:spPr>
          <a:xfrm>
            <a:off x="4261163" y="4273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1" name="Google Shape;711;p33"/>
          <p:cNvSpPr/>
          <p:nvPr/>
        </p:nvSpPr>
        <p:spPr>
          <a:xfrm>
            <a:off x="4444432" y="22162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33"/>
          <p:cNvSpPr/>
          <p:nvPr/>
        </p:nvSpPr>
        <p:spPr>
          <a:xfrm>
            <a:off x="5103472"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33"/>
          <p:cNvSpPr/>
          <p:nvPr/>
        </p:nvSpPr>
        <p:spPr>
          <a:xfrm>
            <a:off x="5860649"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33"/>
          <p:cNvSpPr/>
          <p:nvPr/>
        </p:nvSpPr>
        <p:spPr>
          <a:xfrm>
            <a:off x="2930077"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33"/>
          <p:cNvSpPr/>
          <p:nvPr/>
        </p:nvSpPr>
        <p:spPr>
          <a:xfrm>
            <a:off x="3687254"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33"/>
          <p:cNvSpPr/>
          <p:nvPr/>
        </p:nvSpPr>
        <p:spPr>
          <a:xfrm>
            <a:off x="1638980" y="2649480"/>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717" name="Google Shape;717;p33"/>
          <p:cNvSpPr/>
          <p:nvPr/>
        </p:nvSpPr>
        <p:spPr>
          <a:xfrm>
            <a:off x="7713993" y="2785696"/>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718" name="Google Shape;718;p33"/>
          <p:cNvSpPr/>
          <p:nvPr/>
        </p:nvSpPr>
        <p:spPr>
          <a:xfrm>
            <a:off x="8559695" y="2151138"/>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719" name="Google Shape;719;p33"/>
          <p:cNvSpPr/>
          <p:nvPr/>
        </p:nvSpPr>
        <p:spPr>
          <a:xfrm>
            <a:off x="4595792" y="3763347"/>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720" name="Google Shape;720;p33"/>
          <p:cNvSpPr/>
          <p:nvPr/>
        </p:nvSpPr>
        <p:spPr>
          <a:xfrm>
            <a:off x="5110937" y="3802248"/>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721" name="Google Shape;721;p33"/>
          <p:cNvSpPr/>
          <p:nvPr/>
        </p:nvSpPr>
        <p:spPr>
          <a:xfrm>
            <a:off x="252761" y="2216385"/>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722" name="Google Shape;722;p33"/>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723" name="Google Shape;723;p33"/>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sp>
        <p:nvSpPr>
          <p:cNvPr id="724" name="Google Shape;724;p33"/>
          <p:cNvSpPr txBox="1"/>
          <p:nvPr/>
        </p:nvSpPr>
        <p:spPr>
          <a:xfrm>
            <a:off x="4658700" y="-12"/>
            <a:ext cx="4485300" cy="24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solidFill>
                  <a:schemeClr val="dk2"/>
                </a:solidFill>
                <a:latin typeface="Calibri"/>
                <a:ea typeface="Calibri"/>
                <a:cs typeface="Calibri"/>
                <a:sym typeface="Calibri"/>
              </a:rPr>
              <a:t>OPPOSITE PLAY: Twins Left Corner Hitch</a:t>
            </a:r>
            <a:endParaRPr sz="1500">
              <a:solidFill>
                <a:schemeClr val="dk2"/>
              </a:solidFill>
              <a:latin typeface="Calibri"/>
              <a:ea typeface="Calibri"/>
              <a:cs typeface="Calibri"/>
              <a:sym typeface="Calibri"/>
            </a:endParaRPr>
          </a:p>
        </p:txBody>
      </p:sp>
      <p:cxnSp>
        <p:nvCxnSpPr>
          <p:cNvPr id="725" name="Google Shape;725;p33"/>
          <p:cNvCxnSpPr/>
          <p:nvPr/>
        </p:nvCxnSpPr>
        <p:spPr>
          <a:xfrm>
            <a:off x="3223177" y="2708541"/>
            <a:ext cx="223200" cy="339600"/>
          </a:xfrm>
          <a:prstGeom prst="straightConnector1">
            <a:avLst/>
          </a:prstGeom>
          <a:noFill/>
          <a:ln cap="flat" cmpd="sng" w="9525">
            <a:solidFill>
              <a:schemeClr val="dk2"/>
            </a:solidFill>
            <a:prstDash val="solid"/>
            <a:round/>
            <a:headEnd len="med" w="med" type="none"/>
            <a:tailEnd len="med" w="med" type="diamond"/>
          </a:ln>
        </p:spPr>
      </p:cxnSp>
      <p:cxnSp>
        <p:nvCxnSpPr>
          <p:cNvPr id="726" name="Google Shape;726;p33"/>
          <p:cNvCxnSpPr/>
          <p:nvPr/>
        </p:nvCxnSpPr>
        <p:spPr>
          <a:xfrm>
            <a:off x="3981727" y="2708541"/>
            <a:ext cx="223200" cy="339600"/>
          </a:xfrm>
          <a:prstGeom prst="straightConnector1">
            <a:avLst/>
          </a:prstGeom>
          <a:noFill/>
          <a:ln cap="flat" cmpd="sng" w="9525">
            <a:solidFill>
              <a:schemeClr val="dk2"/>
            </a:solidFill>
            <a:prstDash val="solid"/>
            <a:round/>
            <a:headEnd len="med" w="med" type="none"/>
            <a:tailEnd len="med" w="med" type="diamond"/>
          </a:ln>
        </p:spPr>
      </p:cxnSp>
      <p:cxnSp>
        <p:nvCxnSpPr>
          <p:cNvPr id="727" name="Google Shape;727;p33"/>
          <p:cNvCxnSpPr/>
          <p:nvPr/>
        </p:nvCxnSpPr>
        <p:spPr>
          <a:xfrm flipH="1">
            <a:off x="4701827" y="2708541"/>
            <a:ext cx="7200" cy="382800"/>
          </a:xfrm>
          <a:prstGeom prst="straightConnector1">
            <a:avLst/>
          </a:prstGeom>
          <a:noFill/>
          <a:ln cap="flat" cmpd="sng" w="9525">
            <a:solidFill>
              <a:schemeClr val="dk2"/>
            </a:solidFill>
            <a:prstDash val="solid"/>
            <a:round/>
            <a:headEnd len="med" w="med" type="none"/>
            <a:tailEnd len="med" w="med" type="diamond"/>
          </a:ln>
        </p:spPr>
      </p:cxnSp>
      <p:cxnSp>
        <p:nvCxnSpPr>
          <p:cNvPr id="728" name="Google Shape;728;p33"/>
          <p:cNvCxnSpPr/>
          <p:nvPr/>
        </p:nvCxnSpPr>
        <p:spPr>
          <a:xfrm flipH="1">
            <a:off x="5212677" y="2708541"/>
            <a:ext cx="187500" cy="365400"/>
          </a:xfrm>
          <a:prstGeom prst="straightConnector1">
            <a:avLst/>
          </a:prstGeom>
          <a:noFill/>
          <a:ln cap="flat" cmpd="sng" w="9525">
            <a:solidFill>
              <a:schemeClr val="dk2"/>
            </a:solidFill>
            <a:prstDash val="solid"/>
            <a:round/>
            <a:headEnd len="med" w="med" type="none"/>
            <a:tailEnd len="med" w="med" type="diamond"/>
          </a:ln>
        </p:spPr>
      </p:cxnSp>
      <p:cxnSp>
        <p:nvCxnSpPr>
          <p:cNvPr id="729" name="Google Shape;729;p33"/>
          <p:cNvCxnSpPr/>
          <p:nvPr/>
        </p:nvCxnSpPr>
        <p:spPr>
          <a:xfrm flipH="1">
            <a:off x="5964477" y="2717241"/>
            <a:ext cx="187500" cy="365400"/>
          </a:xfrm>
          <a:prstGeom prst="straightConnector1">
            <a:avLst/>
          </a:prstGeom>
          <a:noFill/>
          <a:ln cap="flat" cmpd="sng" w="9525">
            <a:solidFill>
              <a:schemeClr val="dk2"/>
            </a:solidFill>
            <a:prstDash val="solid"/>
            <a:round/>
            <a:headEnd len="med" w="med" type="none"/>
            <a:tailEnd len="med" w="med" type="diamond"/>
          </a:ln>
        </p:spPr>
      </p:cxnSp>
      <p:sp>
        <p:nvSpPr>
          <p:cNvPr id="730" name="Google Shape;730;p33"/>
          <p:cNvSpPr/>
          <p:nvPr/>
        </p:nvSpPr>
        <p:spPr>
          <a:xfrm>
            <a:off x="435002" y="969341"/>
            <a:ext cx="296875" cy="1104675"/>
          </a:xfrm>
          <a:custGeom>
            <a:rect b="b" l="l" r="r" t="t"/>
            <a:pathLst>
              <a:path extrusionOk="0" h="44187" w="11875">
                <a:moveTo>
                  <a:pt x="1302" y="44187"/>
                </a:moveTo>
                <a:cubicBezTo>
                  <a:pt x="1201" y="36987"/>
                  <a:pt x="-1065" y="5969"/>
                  <a:pt x="697" y="984"/>
                </a:cubicBezTo>
                <a:cubicBezTo>
                  <a:pt x="2459" y="-4001"/>
                  <a:pt x="10013" y="12062"/>
                  <a:pt x="11876" y="14278"/>
                </a:cubicBezTo>
              </a:path>
            </a:pathLst>
          </a:custGeom>
          <a:noFill/>
          <a:ln cap="flat" cmpd="sng" w="9525">
            <a:solidFill>
              <a:schemeClr val="dk2"/>
            </a:solidFill>
            <a:prstDash val="solid"/>
            <a:round/>
            <a:headEnd len="med" w="med" type="none"/>
            <a:tailEnd len="med" w="med" type="diamond"/>
          </a:ln>
        </p:spPr>
      </p:sp>
      <p:sp>
        <p:nvSpPr>
          <p:cNvPr id="731" name="Google Shape;731;p33"/>
          <p:cNvSpPr/>
          <p:nvPr/>
        </p:nvSpPr>
        <p:spPr>
          <a:xfrm>
            <a:off x="1313475" y="820250"/>
            <a:ext cx="517400" cy="1623850"/>
          </a:xfrm>
          <a:custGeom>
            <a:rect b="b" l="l" r="r" t="t"/>
            <a:pathLst>
              <a:path extrusionOk="0" h="64954" w="20696">
                <a:moveTo>
                  <a:pt x="19637" y="64954"/>
                </a:moveTo>
                <a:cubicBezTo>
                  <a:pt x="19536" y="57452"/>
                  <a:pt x="22306" y="30765"/>
                  <a:pt x="19033" y="19939"/>
                </a:cubicBezTo>
                <a:cubicBezTo>
                  <a:pt x="15760" y="9113"/>
                  <a:pt x="3172" y="3323"/>
                  <a:pt x="0" y="0"/>
                </a:cubicBezTo>
              </a:path>
            </a:pathLst>
          </a:custGeom>
          <a:noFill/>
          <a:ln cap="flat" cmpd="sng" w="9525">
            <a:solidFill>
              <a:schemeClr val="dk2"/>
            </a:solidFill>
            <a:prstDash val="solid"/>
            <a:round/>
            <a:headEnd len="med" w="med" type="none"/>
            <a:tailEnd len="med" w="med" type="stealth"/>
          </a:ln>
        </p:spPr>
      </p:sp>
      <p:sp>
        <p:nvSpPr>
          <p:cNvPr id="732" name="Google Shape;732;p33"/>
          <p:cNvSpPr/>
          <p:nvPr/>
        </p:nvSpPr>
        <p:spPr>
          <a:xfrm>
            <a:off x="7838602" y="646525"/>
            <a:ext cx="499000" cy="1948650"/>
          </a:xfrm>
          <a:custGeom>
            <a:rect b="b" l="l" r="r" t="t"/>
            <a:pathLst>
              <a:path extrusionOk="0" h="77946" w="19960">
                <a:moveTo>
                  <a:pt x="3043" y="77946"/>
                </a:moveTo>
                <a:cubicBezTo>
                  <a:pt x="2691" y="69940"/>
                  <a:pt x="-1892" y="42901"/>
                  <a:pt x="928" y="29910"/>
                </a:cubicBezTo>
                <a:cubicBezTo>
                  <a:pt x="3748" y="16919"/>
                  <a:pt x="16789" y="4985"/>
                  <a:pt x="19961" y="0"/>
                </a:cubicBezTo>
              </a:path>
            </a:pathLst>
          </a:custGeom>
          <a:noFill/>
          <a:ln cap="flat" cmpd="sng" w="9525">
            <a:solidFill>
              <a:schemeClr val="dk2"/>
            </a:solidFill>
            <a:prstDash val="solid"/>
            <a:round/>
            <a:headEnd len="med" w="med" type="none"/>
            <a:tailEnd len="med" w="med" type="stealth"/>
          </a:ln>
        </p:spPr>
      </p:sp>
      <p:sp>
        <p:nvSpPr>
          <p:cNvPr id="733" name="Google Shape;733;p33"/>
          <p:cNvSpPr/>
          <p:nvPr/>
        </p:nvSpPr>
        <p:spPr>
          <a:xfrm>
            <a:off x="8496225" y="1101768"/>
            <a:ext cx="234150" cy="942025"/>
          </a:xfrm>
          <a:custGeom>
            <a:rect b="b" l="l" r="r" t="t"/>
            <a:pathLst>
              <a:path extrusionOk="0" h="37681" w="9366">
                <a:moveTo>
                  <a:pt x="9366" y="37681"/>
                </a:moveTo>
                <a:cubicBezTo>
                  <a:pt x="9064" y="31538"/>
                  <a:pt x="9114" y="5053"/>
                  <a:pt x="7553" y="823"/>
                </a:cubicBezTo>
                <a:cubicBezTo>
                  <a:pt x="5992" y="-3406"/>
                  <a:pt x="1259" y="10391"/>
                  <a:pt x="0" y="12304"/>
                </a:cubicBezTo>
              </a:path>
            </a:pathLst>
          </a:custGeom>
          <a:noFill/>
          <a:ln cap="flat" cmpd="sng" w="9525">
            <a:solidFill>
              <a:schemeClr val="dk2"/>
            </a:solidFill>
            <a:prstDash val="solid"/>
            <a:round/>
            <a:headEnd len="med" w="med" type="none"/>
            <a:tailEnd len="med" w="med" type="diamond"/>
          </a:ln>
        </p:spPr>
      </p:sp>
      <p:sp>
        <p:nvSpPr>
          <p:cNvPr id="734" name="Google Shape;734;p33"/>
          <p:cNvSpPr/>
          <p:nvPr/>
        </p:nvSpPr>
        <p:spPr>
          <a:xfrm>
            <a:off x="5142775" y="3493950"/>
            <a:ext cx="113275" cy="249250"/>
          </a:xfrm>
          <a:custGeom>
            <a:rect b="b" l="l" r="r" t="t"/>
            <a:pathLst>
              <a:path extrusionOk="0" h="9970" w="4531">
                <a:moveTo>
                  <a:pt x="4531" y="9970"/>
                </a:moveTo>
                <a:lnTo>
                  <a:pt x="0" y="0"/>
                </a:lnTo>
              </a:path>
            </a:pathLst>
          </a:custGeom>
          <a:noFill/>
          <a:ln cap="flat" cmpd="sng" w="9525">
            <a:solidFill>
              <a:schemeClr val="dk2"/>
            </a:solidFill>
            <a:prstDash val="solid"/>
            <a:round/>
            <a:headEnd len="med" w="med" type="none"/>
            <a:tailEnd len="med" w="med" type="diamond"/>
          </a:ln>
        </p:spPr>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738" name="Shape 738"/>
        <p:cNvGrpSpPr/>
        <p:nvPr/>
      </p:nvGrpSpPr>
      <p:grpSpPr>
        <a:xfrm>
          <a:off x="0" y="0"/>
          <a:ext cx="0" cy="0"/>
          <a:chOff x="0" y="0"/>
          <a:chExt cx="0" cy="0"/>
        </a:xfrm>
      </p:grpSpPr>
      <p:sp>
        <p:nvSpPr>
          <p:cNvPr id="739" name="Google Shape;739;p34"/>
          <p:cNvSpPr/>
          <p:nvPr/>
        </p:nvSpPr>
        <p:spPr>
          <a:xfrm>
            <a:off x="8410338"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0" name="Google Shape;740;p34"/>
          <p:cNvSpPr/>
          <p:nvPr/>
        </p:nvSpPr>
        <p:spPr>
          <a:xfrm>
            <a:off x="7426050"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1" name="Google Shape;741;p34"/>
          <p:cNvSpPr/>
          <p:nvPr/>
        </p:nvSpPr>
        <p:spPr>
          <a:xfrm>
            <a:off x="1936713"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2" name="Google Shape;742;p34"/>
          <p:cNvSpPr/>
          <p:nvPr/>
        </p:nvSpPr>
        <p:spPr>
          <a:xfrm>
            <a:off x="2663788" y="1750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3" name="Google Shape;743;p34"/>
          <p:cNvSpPr/>
          <p:nvPr/>
        </p:nvSpPr>
        <p:spPr>
          <a:xfrm>
            <a:off x="4028613" y="1750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4" name="Google Shape;744;p34"/>
          <p:cNvSpPr/>
          <p:nvPr/>
        </p:nvSpPr>
        <p:spPr>
          <a:xfrm>
            <a:off x="5439850" y="172258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5" name="Google Shape;745;p34"/>
          <p:cNvSpPr txBox="1"/>
          <p:nvPr/>
        </p:nvSpPr>
        <p:spPr>
          <a:xfrm>
            <a:off x="0" y="0"/>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TWINS Wheel Post</a:t>
            </a:r>
            <a:endParaRPr sz="4120">
              <a:solidFill>
                <a:srgbClr val="CCCCCC"/>
              </a:solidFill>
              <a:latin typeface="Oswald"/>
              <a:ea typeface="Oswald"/>
              <a:cs typeface="Oswald"/>
              <a:sym typeface="Oswald"/>
            </a:endParaRPr>
          </a:p>
          <a:p>
            <a:pPr indent="0" lvl="0" marL="0" rtl="0" algn="l">
              <a:spcBef>
                <a:spcPts val="0"/>
              </a:spcBef>
              <a:spcAft>
                <a:spcPts val="0"/>
              </a:spcAft>
              <a:buNone/>
            </a:pPr>
            <a:r>
              <a:t/>
            </a:r>
            <a:endParaRPr sz="4120">
              <a:solidFill>
                <a:srgbClr val="CCCCCC"/>
              </a:solidFill>
              <a:latin typeface="Oswald"/>
              <a:ea typeface="Oswald"/>
              <a:cs typeface="Oswald"/>
              <a:sym typeface="Oswald"/>
            </a:endParaRPr>
          </a:p>
        </p:txBody>
      </p:sp>
      <p:sp>
        <p:nvSpPr>
          <p:cNvPr id="746" name="Google Shape;746;p34"/>
          <p:cNvSpPr/>
          <p:nvPr/>
        </p:nvSpPr>
        <p:spPr>
          <a:xfrm>
            <a:off x="6411463" y="1808350"/>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7" name="Google Shape;747;p34"/>
          <p:cNvSpPr/>
          <p:nvPr/>
        </p:nvSpPr>
        <p:spPr>
          <a:xfrm>
            <a:off x="322663" y="143078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8" name="Google Shape;748;p34"/>
          <p:cNvSpPr/>
          <p:nvPr/>
        </p:nvSpPr>
        <p:spPr>
          <a:xfrm>
            <a:off x="3422538" y="12111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9" name="Google Shape;749;p34"/>
          <p:cNvSpPr/>
          <p:nvPr/>
        </p:nvSpPr>
        <p:spPr>
          <a:xfrm>
            <a:off x="5009738" y="12111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0" name="Google Shape;750;p34"/>
          <p:cNvSpPr/>
          <p:nvPr/>
        </p:nvSpPr>
        <p:spPr>
          <a:xfrm>
            <a:off x="4261163" y="4273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1" name="Google Shape;751;p34"/>
          <p:cNvSpPr/>
          <p:nvPr/>
        </p:nvSpPr>
        <p:spPr>
          <a:xfrm>
            <a:off x="4444432" y="22162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34"/>
          <p:cNvSpPr/>
          <p:nvPr/>
        </p:nvSpPr>
        <p:spPr>
          <a:xfrm>
            <a:off x="5103472"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34"/>
          <p:cNvSpPr/>
          <p:nvPr/>
        </p:nvSpPr>
        <p:spPr>
          <a:xfrm>
            <a:off x="5860649"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34"/>
          <p:cNvSpPr/>
          <p:nvPr/>
        </p:nvSpPr>
        <p:spPr>
          <a:xfrm>
            <a:off x="2930077"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34"/>
          <p:cNvSpPr/>
          <p:nvPr/>
        </p:nvSpPr>
        <p:spPr>
          <a:xfrm>
            <a:off x="3687254"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34"/>
          <p:cNvSpPr/>
          <p:nvPr/>
        </p:nvSpPr>
        <p:spPr>
          <a:xfrm>
            <a:off x="1638980" y="2649480"/>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757" name="Google Shape;757;p34"/>
          <p:cNvSpPr/>
          <p:nvPr/>
        </p:nvSpPr>
        <p:spPr>
          <a:xfrm>
            <a:off x="7713993" y="2785696"/>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758" name="Google Shape;758;p34"/>
          <p:cNvSpPr/>
          <p:nvPr/>
        </p:nvSpPr>
        <p:spPr>
          <a:xfrm>
            <a:off x="8559695" y="2151138"/>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759" name="Google Shape;759;p34"/>
          <p:cNvSpPr/>
          <p:nvPr/>
        </p:nvSpPr>
        <p:spPr>
          <a:xfrm>
            <a:off x="4595792" y="3763347"/>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760" name="Google Shape;760;p34"/>
          <p:cNvSpPr/>
          <p:nvPr/>
        </p:nvSpPr>
        <p:spPr>
          <a:xfrm>
            <a:off x="5103487" y="3763348"/>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761" name="Google Shape;761;p34"/>
          <p:cNvSpPr/>
          <p:nvPr/>
        </p:nvSpPr>
        <p:spPr>
          <a:xfrm>
            <a:off x="252761" y="2216385"/>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762" name="Google Shape;762;p34"/>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763" name="Google Shape;763;p34"/>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sp>
        <p:nvSpPr>
          <p:cNvPr id="764" name="Google Shape;764;p34"/>
          <p:cNvSpPr txBox="1"/>
          <p:nvPr/>
        </p:nvSpPr>
        <p:spPr>
          <a:xfrm>
            <a:off x="4658700" y="-12"/>
            <a:ext cx="4485300" cy="24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solidFill>
                  <a:schemeClr val="dk2"/>
                </a:solidFill>
                <a:latin typeface="Calibri"/>
                <a:ea typeface="Calibri"/>
                <a:cs typeface="Calibri"/>
                <a:sym typeface="Calibri"/>
              </a:rPr>
              <a:t>OPPOSITE PLAY: Twins Left Corner Hitch</a:t>
            </a:r>
            <a:endParaRPr sz="1500">
              <a:solidFill>
                <a:schemeClr val="dk2"/>
              </a:solidFill>
              <a:latin typeface="Calibri"/>
              <a:ea typeface="Calibri"/>
              <a:cs typeface="Calibri"/>
              <a:sym typeface="Calibri"/>
            </a:endParaRPr>
          </a:p>
        </p:txBody>
      </p:sp>
      <p:cxnSp>
        <p:nvCxnSpPr>
          <p:cNvPr id="765" name="Google Shape;765;p34"/>
          <p:cNvCxnSpPr/>
          <p:nvPr/>
        </p:nvCxnSpPr>
        <p:spPr>
          <a:xfrm>
            <a:off x="3223177" y="2708541"/>
            <a:ext cx="223200" cy="339600"/>
          </a:xfrm>
          <a:prstGeom prst="straightConnector1">
            <a:avLst/>
          </a:prstGeom>
          <a:noFill/>
          <a:ln cap="flat" cmpd="sng" w="9525">
            <a:solidFill>
              <a:schemeClr val="dk2"/>
            </a:solidFill>
            <a:prstDash val="solid"/>
            <a:round/>
            <a:headEnd len="med" w="med" type="none"/>
            <a:tailEnd len="med" w="med" type="diamond"/>
          </a:ln>
        </p:spPr>
      </p:cxnSp>
      <p:cxnSp>
        <p:nvCxnSpPr>
          <p:cNvPr id="766" name="Google Shape;766;p34"/>
          <p:cNvCxnSpPr/>
          <p:nvPr/>
        </p:nvCxnSpPr>
        <p:spPr>
          <a:xfrm>
            <a:off x="3981727" y="2708541"/>
            <a:ext cx="223200" cy="339600"/>
          </a:xfrm>
          <a:prstGeom prst="straightConnector1">
            <a:avLst/>
          </a:prstGeom>
          <a:noFill/>
          <a:ln cap="flat" cmpd="sng" w="9525">
            <a:solidFill>
              <a:schemeClr val="dk2"/>
            </a:solidFill>
            <a:prstDash val="solid"/>
            <a:round/>
            <a:headEnd len="med" w="med" type="none"/>
            <a:tailEnd len="med" w="med" type="diamond"/>
          </a:ln>
        </p:spPr>
      </p:cxnSp>
      <p:cxnSp>
        <p:nvCxnSpPr>
          <p:cNvPr id="767" name="Google Shape;767;p34"/>
          <p:cNvCxnSpPr/>
          <p:nvPr/>
        </p:nvCxnSpPr>
        <p:spPr>
          <a:xfrm flipH="1">
            <a:off x="4701827" y="2708541"/>
            <a:ext cx="7200" cy="382800"/>
          </a:xfrm>
          <a:prstGeom prst="straightConnector1">
            <a:avLst/>
          </a:prstGeom>
          <a:noFill/>
          <a:ln cap="flat" cmpd="sng" w="9525">
            <a:solidFill>
              <a:schemeClr val="dk2"/>
            </a:solidFill>
            <a:prstDash val="solid"/>
            <a:round/>
            <a:headEnd len="med" w="med" type="none"/>
            <a:tailEnd len="med" w="med" type="diamond"/>
          </a:ln>
        </p:spPr>
      </p:cxnSp>
      <p:cxnSp>
        <p:nvCxnSpPr>
          <p:cNvPr id="768" name="Google Shape;768;p34"/>
          <p:cNvCxnSpPr/>
          <p:nvPr/>
        </p:nvCxnSpPr>
        <p:spPr>
          <a:xfrm flipH="1">
            <a:off x="5212677" y="2708541"/>
            <a:ext cx="187500" cy="365400"/>
          </a:xfrm>
          <a:prstGeom prst="straightConnector1">
            <a:avLst/>
          </a:prstGeom>
          <a:noFill/>
          <a:ln cap="flat" cmpd="sng" w="9525">
            <a:solidFill>
              <a:schemeClr val="dk2"/>
            </a:solidFill>
            <a:prstDash val="solid"/>
            <a:round/>
            <a:headEnd len="med" w="med" type="none"/>
            <a:tailEnd len="med" w="med" type="diamond"/>
          </a:ln>
        </p:spPr>
      </p:cxnSp>
      <p:cxnSp>
        <p:nvCxnSpPr>
          <p:cNvPr id="769" name="Google Shape;769;p34"/>
          <p:cNvCxnSpPr/>
          <p:nvPr/>
        </p:nvCxnSpPr>
        <p:spPr>
          <a:xfrm flipH="1">
            <a:off x="5964477" y="2717241"/>
            <a:ext cx="187500" cy="365400"/>
          </a:xfrm>
          <a:prstGeom prst="straightConnector1">
            <a:avLst/>
          </a:prstGeom>
          <a:noFill/>
          <a:ln cap="flat" cmpd="sng" w="9525">
            <a:solidFill>
              <a:schemeClr val="dk2"/>
            </a:solidFill>
            <a:prstDash val="solid"/>
            <a:round/>
            <a:headEnd len="med" w="med" type="none"/>
            <a:tailEnd len="med" w="med" type="diamond"/>
          </a:ln>
        </p:spPr>
      </p:cxnSp>
      <p:sp>
        <p:nvSpPr>
          <p:cNvPr id="770" name="Google Shape;770;p34"/>
          <p:cNvSpPr/>
          <p:nvPr/>
        </p:nvSpPr>
        <p:spPr>
          <a:xfrm>
            <a:off x="7529475" y="540800"/>
            <a:ext cx="1158225" cy="1472800"/>
          </a:xfrm>
          <a:custGeom>
            <a:rect b="b" l="l" r="r" t="t"/>
            <a:pathLst>
              <a:path extrusionOk="0" h="58912" w="46329">
                <a:moveTo>
                  <a:pt x="46223" y="58912"/>
                </a:moveTo>
                <a:cubicBezTo>
                  <a:pt x="45367" y="52819"/>
                  <a:pt x="48791" y="32175"/>
                  <a:pt x="41087" y="22356"/>
                </a:cubicBezTo>
                <a:cubicBezTo>
                  <a:pt x="33383" y="12537"/>
                  <a:pt x="6848" y="3726"/>
                  <a:pt x="0" y="0"/>
                </a:cubicBezTo>
              </a:path>
            </a:pathLst>
          </a:custGeom>
          <a:noFill/>
          <a:ln cap="flat" cmpd="sng" w="9525">
            <a:solidFill>
              <a:schemeClr val="dk2"/>
            </a:solidFill>
            <a:prstDash val="solid"/>
            <a:round/>
            <a:headEnd len="med" w="med" type="none"/>
            <a:tailEnd len="med" w="med" type="stealth"/>
          </a:ln>
        </p:spPr>
      </p:sp>
      <p:sp>
        <p:nvSpPr>
          <p:cNvPr id="771" name="Google Shape;771;p34"/>
          <p:cNvSpPr/>
          <p:nvPr/>
        </p:nvSpPr>
        <p:spPr>
          <a:xfrm>
            <a:off x="423961" y="797600"/>
            <a:ext cx="753525" cy="1231100"/>
          </a:xfrm>
          <a:custGeom>
            <a:rect b="b" l="l" r="r" t="t"/>
            <a:pathLst>
              <a:path extrusionOk="0" h="49244" w="30141">
                <a:moveTo>
                  <a:pt x="1744" y="49244"/>
                </a:moveTo>
                <a:cubicBezTo>
                  <a:pt x="1845" y="43554"/>
                  <a:pt x="-2385" y="23312"/>
                  <a:pt x="2348" y="15105"/>
                </a:cubicBezTo>
                <a:cubicBezTo>
                  <a:pt x="7081" y="6898"/>
                  <a:pt x="25510" y="2518"/>
                  <a:pt x="30142" y="0"/>
                </a:cubicBezTo>
              </a:path>
            </a:pathLst>
          </a:custGeom>
          <a:noFill/>
          <a:ln cap="flat" cmpd="sng" w="9525">
            <a:solidFill>
              <a:schemeClr val="dk2"/>
            </a:solidFill>
            <a:prstDash val="solid"/>
            <a:round/>
            <a:headEnd len="med" w="med" type="none"/>
            <a:tailEnd len="med" w="med" type="stealth"/>
          </a:ln>
        </p:spPr>
      </p:sp>
      <p:sp>
        <p:nvSpPr>
          <p:cNvPr id="772" name="Google Shape;772;p34"/>
          <p:cNvSpPr/>
          <p:nvPr/>
        </p:nvSpPr>
        <p:spPr>
          <a:xfrm>
            <a:off x="308925" y="1137475"/>
            <a:ext cx="1503025" cy="1397275"/>
          </a:xfrm>
          <a:custGeom>
            <a:rect b="b" l="l" r="r" t="t"/>
            <a:pathLst>
              <a:path extrusionOk="0" h="55891" w="60121">
                <a:moveTo>
                  <a:pt x="60121" y="55891"/>
                </a:moveTo>
                <a:cubicBezTo>
                  <a:pt x="56546" y="53424"/>
                  <a:pt x="47936" y="44259"/>
                  <a:pt x="38671" y="41087"/>
                </a:cubicBezTo>
                <a:cubicBezTo>
                  <a:pt x="29406" y="37915"/>
                  <a:pt x="10977" y="43706"/>
                  <a:pt x="4532" y="36858"/>
                </a:cubicBezTo>
                <a:cubicBezTo>
                  <a:pt x="-1913" y="30010"/>
                  <a:pt x="755" y="6143"/>
                  <a:pt x="0" y="0"/>
                </a:cubicBezTo>
              </a:path>
            </a:pathLst>
          </a:custGeom>
          <a:noFill/>
          <a:ln cap="flat" cmpd="sng" w="9525">
            <a:solidFill>
              <a:schemeClr val="dk2"/>
            </a:solidFill>
            <a:prstDash val="solid"/>
            <a:round/>
            <a:headEnd len="med" w="med" type="none"/>
            <a:tailEnd len="med" w="med" type="stealth"/>
          </a:ln>
        </p:spPr>
      </p:sp>
      <p:sp>
        <p:nvSpPr>
          <p:cNvPr id="773" name="Google Shape;773;p34"/>
          <p:cNvSpPr/>
          <p:nvPr/>
        </p:nvSpPr>
        <p:spPr>
          <a:xfrm>
            <a:off x="7733400" y="1084600"/>
            <a:ext cx="1272875" cy="1540775"/>
          </a:xfrm>
          <a:custGeom>
            <a:rect b="b" l="l" r="r" t="t"/>
            <a:pathLst>
              <a:path extrusionOk="0" h="61631" w="50915">
                <a:moveTo>
                  <a:pt x="0" y="61631"/>
                </a:moveTo>
                <a:cubicBezTo>
                  <a:pt x="2518" y="58660"/>
                  <a:pt x="7050" y="48489"/>
                  <a:pt x="15106" y="43806"/>
                </a:cubicBezTo>
                <a:cubicBezTo>
                  <a:pt x="23162" y="39123"/>
                  <a:pt x="42749" y="40836"/>
                  <a:pt x="48338" y="33535"/>
                </a:cubicBezTo>
                <a:cubicBezTo>
                  <a:pt x="53927" y="26234"/>
                  <a:pt x="48590" y="5589"/>
                  <a:pt x="48640" y="0"/>
                </a:cubicBezTo>
              </a:path>
            </a:pathLst>
          </a:custGeom>
          <a:noFill/>
          <a:ln cap="flat" cmpd="sng" w="9525">
            <a:solidFill>
              <a:schemeClr val="dk2"/>
            </a:solidFill>
            <a:prstDash val="solid"/>
            <a:round/>
            <a:headEnd len="med" w="med" type="none"/>
            <a:tailEnd len="med" w="med" type="stealth"/>
          </a:ln>
        </p:spPr>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777" name="Shape 777"/>
        <p:cNvGrpSpPr/>
        <p:nvPr/>
      </p:nvGrpSpPr>
      <p:grpSpPr>
        <a:xfrm>
          <a:off x="0" y="0"/>
          <a:ext cx="0" cy="0"/>
          <a:chOff x="0" y="0"/>
          <a:chExt cx="0" cy="0"/>
        </a:xfrm>
      </p:grpSpPr>
      <p:sp>
        <p:nvSpPr>
          <p:cNvPr id="778" name="Google Shape;778;p35"/>
          <p:cNvSpPr/>
          <p:nvPr/>
        </p:nvSpPr>
        <p:spPr>
          <a:xfrm>
            <a:off x="8410338"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9" name="Google Shape;779;p35"/>
          <p:cNvSpPr/>
          <p:nvPr/>
        </p:nvSpPr>
        <p:spPr>
          <a:xfrm>
            <a:off x="7426050"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0" name="Google Shape;780;p35"/>
          <p:cNvSpPr/>
          <p:nvPr/>
        </p:nvSpPr>
        <p:spPr>
          <a:xfrm>
            <a:off x="1936713" y="1306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1" name="Google Shape;781;p35"/>
          <p:cNvSpPr/>
          <p:nvPr/>
        </p:nvSpPr>
        <p:spPr>
          <a:xfrm>
            <a:off x="2663788" y="1750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2" name="Google Shape;782;p35"/>
          <p:cNvSpPr/>
          <p:nvPr/>
        </p:nvSpPr>
        <p:spPr>
          <a:xfrm>
            <a:off x="4028613" y="17504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3" name="Google Shape;783;p35"/>
          <p:cNvSpPr/>
          <p:nvPr/>
        </p:nvSpPr>
        <p:spPr>
          <a:xfrm>
            <a:off x="5439850" y="172258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4" name="Google Shape;784;p35"/>
          <p:cNvSpPr txBox="1"/>
          <p:nvPr/>
        </p:nvSpPr>
        <p:spPr>
          <a:xfrm>
            <a:off x="0" y="0"/>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TWINS Deep Out Swing</a:t>
            </a:r>
            <a:endParaRPr sz="4120">
              <a:solidFill>
                <a:srgbClr val="CCCCCC"/>
              </a:solidFill>
              <a:latin typeface="Oswald"/>
              <a:ea typeface="Oswald"/>
              <a:cs typeface="Oswald"/>
              <a:sym typeface="Oswald"/>
            </a:endParaRPr>
          </a:p>
          <a:p>
            <a:pPr indent="0" lvl="0" marL="0" rtl="0" algn="l">
              <a:spcBef>
                <a:spcPts val="0"/>
              </a:spcBef>
              <a:spcAft>
                <a:spcPts val="0"/>
              </a:spcAft>
              <a:buNone/>
            </a:pPr>
            <a:r>
              <a:t/>
            </a:r>
            <a:endParaRPr sz="4120">
              <a:solidFill>
                <a:srgbClr val="CCCCCC"/>
              </a:solidFill>
              <a:latin typeface="Oswald"/>
              <a:ea typeface="Oswald"/>
              <a:cs typeface="Oswald"/>
              <a:sym typeface="Oswald"/>
            </a:endParaRPr>
          </a:p>
        </p:txBody>
      </p:sp>
      <p:sp>
        <p:nvSpPr>
          <p:cNvPr id="785" name="Google Shape;785;p35"/>
          <p:cNvSpPr/>
          <p:nvPr/>
        </p:nvSpPr>
        <p:spPr>
          <a:xfrm>
            <a:off x="6411463" y="1808350"/>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6" name="Google Shape;786;p35"/>
          <p:cNvSpPr/>
          <p:nvPr/>
        </p:nvSpPr>
        <p:spPr>
          <a:xfrm>
            <a:off x="322663" y="143078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7" name="Google Shape;787;p35"/>
          <p:cNvSpPr/>
          <p:nvPr/>
        </p:nvSpPr>
        <p:spPr>
          <a:xfrm>
            <a:off x="3422538" y="12111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8" name="Google Shape;788;p35"/>
          <p:cNvSpPr/>
          <p:nvPr/>
        </p:nvSpPr>
        <p:spPr>
          <a:xfrm>
            <a:off x="5009738" y="12111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9" name="Google Shape;789;p35"/>
          <p:cNvSpPr/>
          <p:nvPr/>
        </p:nvSpPr>
        <p:spPr>
          <a:xfrm>
            <a:off x="4261163" y="4273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0" name="Google Shape;790;p35"/>
          <p:cNvSpPr/>
          <p:nvPr/>
        </p:nvSpPr>
        <p:spPr>
          <a:xfrm>
            <a:off x="4444432" y="22162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35"/>
          <p:cNvSpPr/>
          <p:nvPr/>
        </p:nvSpPr>
        <p:spPr>
          <a:xfrm>
            <a:off x="5103472"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35"/>
          <p:cNvSpPr/>
          <p:nvPr/>
        </p:nvSpPr>
        <p:spPr>
          <a:xfrm>
            <a:off x="5860649"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35"/>
          <p:cNvSpPr/>
          <p:nvPr/>
        </p:nvSpPr>
        <p:spPr>
          <a:xfrm>
            <a:off x="2930077"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35"/>
          <p:cNvSpPr/>
          <p:nvPr/>
        </p:nvSpPr>
        <p:spPr>
          <a:xfrm>
            <a:off x="3687254"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35"/>
          <p:cNvSpPr/>
          <p:nvPr/>
        </p:nvSpPr>
        <p:spPr>
          <a:xfrm>
            <a:off x="1638980" y="2649480"/>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796" name="Google Shape;796;p35"/>
          <p:cNvSpPr/>
          <p:nvPr/>
        </p:nvSpPr>
        <p:spPr>
          <a:xfrm>
            <a:off x="7713993" y="2785696"/>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797" name="Google Shape;797;p35"/>
          <p:cNvSpPr/>
          <p:nvPr/>
        </p:nvSpPr>
        <p:spPr>
          <a:xfrm>
            <a:off x="8559695" y="2151138"/>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798" name="Google Shape;798;p35"/>
          <p:cNvSpPr/>
          <p:nvPr/>
        </p:nvSpPr>
        <p:spPr>
          <a:xfrm>
            <a:off x="4595792" y="3763347"/>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799" name="Google Shape;799;p35"/>
          <p:cNvSpPr/>
          <p:nvPr/>
        </p:nvSpPr>
        <p:spPr>
          <a:xfrm>
            <a:off x="5103487" y="3763348"/>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800" name="Google Shape;800;p35"/>
          <p:cNvSpPr/>
          <p:nvPr/>
        </p:nvSpPr>
        <p:spPr>
          <a:xfrm>
            <a:off x="252761" y="2216385"/>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801" name="Google Shape;801;p35"/>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802" name="Google Shape;802;p35"/>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sp>
        <p:nvSpPr>
          <p:cNvPr id="803" name="Google Shape;803;p35"/>
          <p:cNvSpPr txBox="1"/>
          <p:nvPr/>
        </p:nvSpPr>
        <p:spPr>
          <a:xfrm>
            <a:off x="4658700" y="-12"/>
            <a:ext cx="4485300" cy="242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solidFill>
                  <a:schemeClr val="dk2"/>
                </a:solidFill>
                <a:latin typeface="Calibri"/>
                <a:ea typeface="Calibri"/>
                <a:cs typeface="Calibri"/>
                <a:sym typeface="Calibri"/>
              </a:rPr>
              <a:t>OPPOSITE PLAY: Twins Left Corner Hitch</a:t>
            </a:r>
            <a:endParaRPr sz="1500">
              <a:solidFill>
                <a:schemeClr val="dk2"/>
              </a:solidFill>
              <a:latin typeface="Calibri"/>
              <a:ea typeface="Calibri"/>
              <a:cs typeface="Calibri"/>
              <a:sym typeface="Calibri"/>
            </a:endParaRPr>
          </a:p>
        </p:txBody>
      </p:sp>
      <p:cxnSp>
        <p:nvCxnSpPr>
          <p:cNvPr id="804" name="Google Shape;804;p35"/>
          <p:cNvCxnSpPr/>
          <p:nvPr/>
        </p:nvCxnSpPr>
        <p:spPr>
          <a:xfrm>
            <a:off x="3223177" y="2708541"/>
            <a:ext cx="223200" cy="339600"/>
          </a:xfrm>
          <a:prstGeom prst="straightConnector1">
            <a:avLst/>
          </a:prstGeom>
          <a:noFill/>
          <a:ln cap="flat" cmpd="sng" w="9525">
            <a:solidFill>
              <a:schemeClr val="dk2"/>
            </a:solidFill>
            <a:prstDash val="solid"/>
            <a:round/>
            <a:headEnd len="med" w="med" type="none"/>
            <a:tailEnd len="med" w="med" type="diamond"/>
          </a:ln>
        </p:spPr>
      </p:cxnSp>
      <p:cxnSp>
        <p:nvCxnSpPr>
          <p:cNvPr id="805" name="Google Shape;805;p35"/>
          <p:cNvCxnSpPr/>
          <p:nvPr/>
        </p:nvCxnSpPr>
        <p:spPr>
          <a:xfrm>
            <a:off x="3981727" y="2708541"/>
            <a:ext cx="223200" cy="339600"/>
          </a:xfrm>
          <a:prstGeom prst="straightConnector1">
            <a:avLst/>
          </a:prstGeom>
          <a:noFill/>
          <a:ln cap="flat" cmpd="sng" w="9525">
            <a:solidFill>
              <a:schemeClr val="dk2"/>
            </a:solidFill>
            <a:prstDash val="solid"/>
            <a:round/>
            <a:headEnd len="med" w="med" type="none"/>
            <a:tailEnd len="med" w="med" type="diamond"/>
          </a:ln>
        </p:spPr>
      </p:cxnSp>
      <p:cxnSp>
        <p:nvCxnSpPr>
          <p:cNvPr id="806" name="Google Shape;806;p35"/>
          <p:cNvCxnSpPr/>
          <p:nvPr/>
        </p:nvCxnSpPr>
        <p:spPr>
          <a:xfrm flipH="1">
            <a:off x="4701827" y="2708541"/>
            <a:ext cx="7200" cy="382800"/>
          </a:xfrm>
          <a:prstGeom prst="straightConnector1">
            <a:avLst/>
          </a:prstGeom>
          <a:noFill/>
          <a:ln cap="flat" cmpd="sng" w="9525">
            <a:solidFill>
              <a:schemeClr val="dk2"/>
            </a:solidFill>
            <a:prstDash val="solid"/>
            <a:round/>
            <a:headEnd len="med" w="med" type="none"/>
            <a:tailEnd len="med" w="med" type="diamond"/>
          </a:ln>
        </p:spPr>
      </p:cxnSp>
      <p:cxnSp>
        <p:nvCxnSpPr>
          <p:cNvPr id="807" name="Google Shape;807;p35"/>
          <p:cNvCxnSpPr/>
          <p:nvPr/>
        </p:nvCxnSpPr>
        <p:spPr>
          <a:xfrm flipH="1">
            <a:off x="5212677" y="2708541"/>
            <a:ext cx="187500" cy="365400"/>
          </a:xfrm>
          <a:prstGeom prst="straightConnector1">
            <a:avLst/>
          </a:prstGeom>
          <a:noFill/>
          <a:ln cap="flat" cmpd="sng" w="9525">
            <a:solidFill>
              <a:schemeClr val="dk2"/>
            </a:solidFill>
            <a:prstDash val="solid"/>
            <a:round/>
            <a:headEnd len="med" w="med" type="none"/>
            <a:tailEnd len="med" w="med" type="diamond"/>
          </a:ln>
        </p:spPr>
      </p:cxnSp>
      <p:cxnSp>
        <p:nvCxnSpPr>
          <p:cNvPr id="808" name="Google Shape;808;p35"/>
          <p:cNvCxnSpPr/>
          <p:nvPr/>
        </p:nvCxnSpPr>
        <p:spPr>
          <a:xfrm flipH="1">
            <a:off x="5964477" y="2717241"/>
            <a:ext cx="187500" cy="365400"/>
          </a:xfrm>
          <a:prstGeom prst="straightConnector1">
            <a:avLst/>
          </a:prstGeom>
          <a:noFill/>
          <a:ln cap="flat" cmpd="sng" w="9525">
            <a:solidFill>
              <a:schemeClr val="dk2"/>
            </a:solidFill>
            <a:prstDash val="solid"/>
            <a:round/>
            <a:headEnd len="med" w="med" type="none"/>
            <a:tailEnd len="med" w="med" type="diamond"/>
          </a:ln>
        </p:spPr>
      </p:cxnSp>
      <p:sp>
        <p:nvSpPr>
          <p:cNvPr id="809" name="Google Shape;809;p35"/>
          <p:cNvSpPr/>
          <p:nvPr/>
        </p:nvSpPr>
        <p:spPr>
          <a:xfrm>
            <a:off x="5580825" y="3327800"/>
            <a:ext cx="3036250" cy="672200"/>
          </a:xfrm>
          <a:custGeom>
            <a:rect b="b" l="l" r="r" t="t"/>
            <a:pathLst>
              <a:path extrusionOk="0" h="26888" w="121450">
                <a:moveTo>
                  <a:pt x="0" y="26888"/>
                </a:moveTo>
                <a:cubicBezTo>
                  <a:pt x="16667" y="26133"/>
                  <a:pt x="79758" y="26837"/>
                  <a:pt x="100000" y="22356"/>
                </a:cubicBezTo>
                <a:cubicBezTo>
                  <a:pt x="120242" y="17875"/>
                  <a:pt x="117875" y="3726"/>
                  <a:pt x="121450" y="0"/>
                </a:cubicBezTo>
              </a:path>
            </a:pathLst>
          </a:custGeom>
          <a:noFill/>
          <a:ln cap="flat" cmpd="sng" w="9525">
            <a:solidFill>
              <a:schemeClr val="dk2"/>
            </a:solidFill>
            <a:prstDash val="solid"/>
            <a:round/>
            <a:headEnd len="med" w="med" type="none"/>
            <a:tailEnd len="med" w="med" type="stealth"/>
          </a:ln>
        </p:spPr>
      </p:sp>
      <p:sp>
        <p:nvSpPr>
          <p:cNvPr id="810" name="Google Shape;810;p35"/>
          <p:cNvSpPr/>
          <p:nvPr/>
        </p:nvSpPr>
        <p:spPr>
          <a:xfrm>
            <a:off x="7666363" y="583208"/>
            <a:ext cx="565500" cy="2117675"/>
          </a:xfrm>
          <a:custGeom>
            <a:rect b="b" l="l" r="r" t="t"/>
            <a:pathLst>
              <a:path extrusionOk="0" h="84707" w="22620">
                <a:moveTo>
                  <a:pt x="4494" y="84708"/>
                </a:moveTo>
                <a:cubicBezTo>
                  <a:pt x="3890" y="72070"/>
                  <a:pt x="-2153" y="22876"/>
                  <a:pt x="868" y="8878"/>
                </a:cubicBezTo>
                <a:cubicBezTo>
                  <a:pt x="3889" y="-5120"/>
                  <a:pt x="18995" y="2081"/>
                  <a:pt x="22620" y="721"/>
                </a:cubicBezTo>
              </a:path>
            </a:pathLst>
          </a:custGeom>
          <a:noFill/>
          <a:ln cap="flat" cmpd="sng" w="9525">
            <a:solidFill>
              <a:schemeClr val="dk2"/>
            </a:solidFill>
            <a:prstDash val="solid"/>
            <a:round/>
            <a:headEnd len="med" w="med" type="none"/>
            <a:tailEnd len="med" w="med" type="stealth"/>
          </a:ln>
        </p:spPr>
      </p:sp>
      <p:sp>
        <p:nvSpPr>
          <p:cNvPr id="811" name="Google Shape;811;p35"/>
          <p:cNvSpPr/>
          <p:nvPr/>
        </p:nvSpPr>
        <p:spPr>
          <a:xfrm>
            <a:off x="8715275" y="503025"/>
            <a:ext cx="101000" cy="1540775"/>
          </a:xfrm>
          <a:custGeom>
            <a:rect b="b" l="l" r="r" t="t"/>
            <a:pathLst>
              <a:path extrusionOk="0" h="61631" w="4040">
                <a:moveTo>
                  <a:pt x="0" y="61631"/>
                </a:moveTo>
                <a:cubicBezTo>
                  <a:pt x="655" y="54985"/>
                  <a:pt x="3474" y="32024"/>
                  <a:pt x="3927" y="21752"/>
                </a:cubicBezTo>
                <a:cubicBezTo>
                  <a:pt x="4380" y="11480"/>
                  <a:pt x="2920" y="3625"/>
                  <a:pt x="2719" y="0"/>
                </a:cubicBezTo>
              </a:path>
            </a:pathLst>
          </a:custGeom>
          <a:noFill/>
          <a:ln cap="flat" cmpd="sng" w="9525">
            <a:solidFill>
              <a:schemeClr val="dk2"/>
            </a:solidFill>
            <a:prstDash val="solid"/>
            <a:round/>
            <a:headEnd len="med" w="med" type="none"/>
            <a:tailEnd len="med" w="med" type="stealth"/>
          </a:ln>
        </p:spPr>
      </p:sp>
      <p:sp>
        <p:nvSpPr>
          <p:cNvPr id="812" name="Google Shape;812;p35"/>
          <p:cNvSpPr/>
          <p:nvPr/>
        </p:nvSpPr>
        <p:spPr>
          <a:xfrm>
            <a:off x="258824" y="827800"/>
            <a:ext cx="140750" cy="1148025"/>
          </a:xfrm>
          <a:custGeom>
            <a:rect b="b" l="l" r="r" t="t"/>
            <a:pathLst>
              <a:path extrusionOk="0" h="45921" w="5630">
                <a:moveTo>
                  <a:pt x="5630" y="45921"/>
                </a:moveTo>
                <a:cubicBezTo>
                  <a:pt x="4774" y="41742"/>
                  <a:pt x="1400" y="28500"/>
                  <a:pt x="494" y="20846"/>
                </a:cubicBezTo>
                <a:cubicBezTo>
                  <a:pt x="-412" y="13193"/>
                  <a:pt x="242" y="3474"/>
                  <a:pt x="192" y="0"/>
                </a:cubicBezTo>
              </a:path>
            </a:pathLst>
          </a:custGeom>
          <a:noFill/>
          <a:ln cap="flat" cmpd="sng" w="9525">
            <a:solidFill>
              <a:schemeClr val="dk2"/>
            </a:solidFill>
            <a:prstDash val="solid"/>
            <a:round/>
            <a:headEnd len="med" w="med" type="none"/>
            <a:tailEnd len="med" w="med" type="stealth"/>
          </a:ln>
        </p:spPr>
      </p:sp>
      <p:sp>
        <p:nvSpPr>
          <p:cNvPr id="813" name="Google Shape;813;p35"/>
          <p:cNvSpPr/>
          <p:nvPr/>
        </p:nvSpPr>
        <p:spPr>
          <a:xfrm>
            <a:off x="845175" y="839888"/>
            <a:ext cx="959800" cy="1649525"/>
          </a:xfrm>
          <a:custGeom>
            <a:rect b="b" l="l" r="r" t="t"/>
            <a:pathLst>
              <a:path extrusionOk="0" h="65981" w="38392">
                <a:moveTo>
                  <a:pt x="37161" y="65982"/>
                </a:moveTo>
                <a:cubicBezTo>
                  <a:pt x="36809" y="56063"/>
                  <a:pt x="41240" y="17292"/>
                  <a:pt x="35046" y="6466"/>
                </a:cubicBezTo>
                <a:cubicBezTo>
                  <a:pt x="28853" y="-4360"/>
                  <a:pt x="5841" y="1934"/>
                  <a:pt x="0" y="1028"/>
                </a:cubicBezTo>
              </a:path>
            </a:pathLst>
          </a:custGeom>
          <a:noFill/>
          <a:ln cap="flat" cmpd="sng" w="9525">
            <a:solidFill>
              <a:schemeClr val="dk2"/>
            </a:solidFill>
            <a:prstDash val="solid"/>
            <a:round/>
            <a:headEnd len="med" w="med" type="none"/>
            <a:tailEnd len="med" w="med" type="stealth"/>
          </a:ln>
        </p:spPr>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7" name="Shape 817"/>
        <p:cNvGrpSpPr/>
        <p:nvPr/>
      </p:nvGrpSpPr>
      <p:grpSpPr>
        <a:xfrm>
          <a:off x="0" y="0"/>
          <a:ext cx="0" cy="0"/>
          <a:chOff x="0" y="0"/>
          <a:chExt cx="0" cy="0"/>
        </a:xfrm>
      </p:grpSpPr>
      <p:sp>
        <p:nvSpPr>
          <p:cNvPr id="818" name="Google Shape;818;p36"/>
          <p:cNvSpPr txBox="1"/>
          <p:nvPr/>
        </p:nvSpPr>
        <p:spPr>
          <a:xfrm>
            <a:off x="0" y="0"/>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TRIPS </a:t>
            </a:r>
            <a:endParaRPr sz="4120">
              <a:solidFill>
                <a:srgbClr val="CCCCCC"/>
              </a:solidFill>
              <a:latin typeface="Oswald"/>
              <a:ea typeface="Oswald"/>
              <a:cs typeface="Oswald"/>
              <a:sym typeface="Oswald"/>
            </a:endParaRPr>
          </a:p>
        </p:txBody>
      </p:sp>
      <p:sp>
        <p:nvSpPr>
          <p:cNvPr id="819" name="Google Shape;819;p36"/>
          <p:cNvSpPr/>
          <p:nvPr/>
        </p:nvSpPr>
        <p:spPr>
          <a:xfrm>
            <a:off x="4444432" y="22162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36"/>
          <p:cNvSpPr/>
          <p:nvPr/>
        </p:nvSpPr>
        <p:spPr>
          <a:xfrm>
            <a:off x="5103472"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36"/>
          <p:cNvSpPr/>
          <p:nvPr/>
        </p:nvSpPr>
        <p:spPr>
          <a:xfrm>
            <a:off x="5860649"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36"/>
          <p:cNvSpPr/>
          <p:nvPr/>
        </p:nvSpPr>
        <p:spPr>
          <a:xfrm>
            <a:off x="2930077"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36"/>
          <p:cNvSpPr/>
          <p:nvPr/>
        </p:nvSpPr>
        <p:spPr>
          <a:xfrm>
            <a:off x="3687254"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36"/>
          <p:cNvSpPr/>
          <p:nvPr/>
        </p:nvSpPr>
        <p:spPr>
          <a:xfrm>
            <a:off x="6446855" y="27805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825" name="Google Shape;825;p36"/>
          <p:cNvSpPr/>
          <p:nvPr/>
        </p:nvSpPr>
        <p:spPr>
          <a:xfrm>
            <a:off x="7713993" y="2785696"/>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826" name="Google Shape;826;p36"/>
          <p:cNvSpPr/>
          <p:nvPr/>
        </p:nvSpPr>
        <p:spPr>
          <a:xfrm>
            <a:off x="8559695" y="2151138"/>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827" name="Google Shape;827;p36"/>
          <p:cNvSpPr/>
          <p:nvPr/>
        </p:nvSpPr>
        <p:spPr>
          <a:xfrm>
            <a:off x="4595792" y="3763347"/>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828" name="Google Shape;828;p36"/>
          <p:cNvSpPr/>
          <p:nvPr/>
        </p:nvSpPr>
        <p:spPr>
          <a:xfrm>
            <a:off x="4094187" y="3763348"/>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829" name="Google Shape;829;p36"/>
          <p:cNvSpPr/>
          <p:nvPr/>
        </p:nvSpPr>
        <p:spPr>
          <a:xfrm>
            <a:off x="252761" y="2216385"/>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830" name="Google Shape;830;p36"/>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831" name="Google Shape;831;p36"/>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5" name="Shape 835"/>
        <p:cNvGrpSpPr/>
        <p:nvPr/>
      </p:nvGrpSpPr>
      <p:grpSpPr>
        <a:xfrm>
          <a:off x="0" y="0"/>
          <a:ext cx="0" cy="0"/>
          <a:chOff x="0" y="0"/>
          <a:chExt cx="0" cy="0"/>
        </a:xfrm>
      </p:grpSpPr>
      <p:sp>
        <p:nvSpPr>
          <p:cNvPr id="836" name="Google Shape;836;p37"/>
          <p:cNvSpPr txBox="1"/>
          <p:nvPr/>
        </p:nvSpPr>
        <p:spPr>
          <a:xfrm>
            <a:off x="0" y="0"/>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Twins</a:t>
            </a:r>
            <a:endParaRPr sz="4120">
              <a:solidFill>
                <a:srgbClr val="CCCCCC"/>
              </a:solidFill>
              <a:latin typeface="Oswald"/>
              <a:ea typeface="Oswald"/>
              <a:cs typeface="Oswald"/>
              <a:sym typeface="Oswald"/>
            </a:endParaRPr>
          </a:p>
        </p:txBody>
      </p:sp>
      <p:sp>
        <p:nvSpPr>
          <p:cNvPr id="837" name="Google Shape;837;p37"/>
          <p:cNvSpPr/>
          <p:nvPr/>
        </p:nvSpPr>
        <p:spPr>
          <a:xfrm>
            <a:off x="4444432" y="22162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37"/>
          <p:cNvSpPr/>
          <p:nvPr/>
        </p:nvSpPr>
        <p:spPr>
          <a:xfrm>
            <a:off x="5103472"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37"/>
          <p:cNvSpPr/>
          <p:nvPr/>
        </p:nvSpPr>
        <p:spPr>
          <a:xfrm>
            <a:off x="5860649"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37"/>
          <p:cNvSpPr/>
          <p:nvPr/>
        </p:nvSpPr>
        <p:spPr>
          <a:xfrm>
            <a:off x="2930077"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37"/>
          <p:cNvSpPr/>
          <p:nvPr/>
        </p:nvSpPr>
        <p:spPr>
          <a:xfrm>
            <a:off x="3687254"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37"/>
          <p:cNvSpPr/>
          <p:nvPr/>
        </p:nvSpPr>
        <p:spPr>
          <a:xfrm>
            <a:off x="7217255" y="27805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843" name="Google Shape;843;p37"/>
          <p:cNvSpPr/>
          <p:nvPr/>
        </p:nvSpPr>
        <p:spPr>
          <a:xfrm>
            <a:off x="1798218" y="2785696"/>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844" name="Google Shape;844;p37"/>
          <p:cNvSpPr/>
          <p:nvPr/>
        </p:nvSpPr>
        <p:spPr>
          <a:xfrm>
            <a:off x="8559695" y="2151138"/>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845" name="Google Shape;845;p37"/>
          <p:cNvSpPr/>
          <p:nvPr/>
        </p:nvSpPr>
        <p:spPr>
          <a:xfrm>
            <a:off x="4595792" y="3763347"/>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846" name="Google Shape;846;p37"/>
          <p:cNvSpPr/>
          <p:nvPr/>
        </p:nvSpPr>
        <p:spPr>
          <a:xfrm>
            <a:off x="4094187" y="3763348"/>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847" name="Google Shape;847;p37"/>
          <p:cNvSpPr/>
          <p:nvPr/>
        </p:nvSpPr>
        <p:spPr>
          <a:xfrm>
            <a:off x="252761" y="2216385"/>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848" name="Google Shape;848;p37"/>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849" name="Google Shape;849;p37"/>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3" name="Shape 853"/>
        <p:cNvGrpSpPr/>
        <p:nvPr/>
      </p:nvGrpSpPr>
      <p:grpSpPr>
        <a:xfrm>
          <a:off x="0" y="0"/>
          <a:ext cx="0" cy="0"/>
          <a:chOff x="0" y="0"/>
          <a:chExt cx="0" cy="0"/>
        </a:xfrm>
      </p:grpSpPr>
      <p:sp>
        <p:nvSpPr>
          <p:cNvPr id="854" name="Google Shape;854;p38"/>
          <p:cNvSpPr txBox="1"/>
          <p:nvPr/>
        </p:nvSpPr>
        <p:spPr>
          <a:xfrm>
            <a:off x="0" y="0"/>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Double Twins</a:t>
            </a:r>
            <a:endParaRPr sz="4120">
              <a:solidFill>
                <a:srgbClr val="CCCCCC"/>
              </a:solidFill>
              <a:latin typeface="Oswald"/>
              <a:ea typeface="Oswald"/>
              <a:cs typeface="Oswald"/>
              <a:sym typeface="Oswald"/>
            </a:endParaRPr>
          </a:p>
        </p:txBody>
      </p:sp>
      <p:sp>
        <p:nvSpPr>
          <p:cNvPr id="855" name="Google Shape;855;p38"/>
          <p:cNvSpPr/>
          <p:nvPr/>
        </p:nvSpPr>
        <p:spPr>
          <a:xfrm>
            <a:off x="4444432" y="22162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38"/>
          <p:cNvSpPr/>
          <p:nvPr/>
        </p:nvSpPr>
        <p:spPr>
          <a:xfrm>
            <a:off x="5103472"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38"/>
          <p:cNvSpPr/>
          <p:nvPr/>
        </p:nvSpPr>
        <p:spPr>
          <a:xfrm>
            <a:off x="5860649"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38"/>
          <p:cNvSpPr/>
          <p:nvPr/>
        </p:nvSpPr>
        <p:spPr>
          <a:xfrm>
            <a:off x="2930077"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38"/>
          <p:cNvSpPr/>
          <p:nvPr/>
        </p:nvSpPr>
        <p:spPr>
          <a:xfrm>
            <a:off x="3687254"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38"/>
          <p:cNvSpPr/>
          <p:nvPr/>
        </p:nvSpPr>
        <p:spPr>
          <a:xfrm>
            <a:off x="6801855" y="27805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861" name="Google Shape;861;p38"/>
          <p:cNvSpPr/>
          <p:nvPr/>
        </p:nvSpPr>
        <p:spPr>
          <a:xfrm>
            <a:off x="2085218" y="2785696"/>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862" name="Google Shape;862;p38"/>
          <p:cNvSpPr/>
          <p:nvPr/>
        </p:nvSpPr>
        <p:spPr>
          <a:xfrm>
            <a:off x="6555295" y="2211926"/>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863" name="Google Shape;863;p38"/>
          <p:cNvSpPr/>
          <p:nvPr/>
        </p:nvSpPr>
        <p:spPr>
          <a:xfrm>
            <a:off x="4595792" y="2784659"/>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864" name="Google Shape;864;p38"/>
          <p:cNvSpPr/>
          <p:nvPr/>
        </p:nvSpPr>
        <p:spPr>
          <a:xfrm>
            <a:off x="4595812" y="3921973"/>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865" name="Google Shape;865;p38"/>
          <p:cNvSpPr/>
          <p:nvPr/>
        </p:nvSpPr>
        <p:spPr>
          <a:xfrm>
            <a:off x="2488411" y="2216385"/>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866" name="Google Shape;866;p38"/>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867" name="Google Shape;867;p38"/>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1" name="Shape 871"/>
        <p:cNvGrpSpPr/>
        <p:nvPr/>
      </p:nvGrpSpPr>
      <p:grpSpPr>
        <a:xfrm>
          <a:off x="0" y="0"/>
          <a:ext cx="0" cy="0"/>
          <a:chOff x="0" y="0"/>
          <a:chExt cx="0" cy="0"/>
        </a:xfrm>
      </p:grpSpPr>
      <p:sp>
        <p:nvSpPr>
          <p:cNvPr id="872" name="Google Shape;872;p39"/>
          <p:cNvSpPr txBox="1"/>
          <p:nvPr/>
        </p:nvSpPr>
        <p:spPr>
          <a:xfrm>
            <a:off x="0" y="0"/>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Double Twins Spread</a:t>
            </a:r>
            <a:endParaRPr sz="4120">
              <a:solidFill>
                <a:srgbClr val="CCCCCC"/>
              </a:solidFill>
              <a:latin typeface="Oswald"/>
              <a:ea typeface="Oswald"/>
              <a:cs typeface="Oswald"/>
              <a:sym typeface="Oswald"/>
            </a:endParaRPr>
          </a:p>
        </p:txBody>
      </p:sp>
      <p:sp>
        <p:nvSpPr>
          <p:cNvPr id="873" name="Google Shape;873;p39"/>
          <p:cNvSpPr/>
          <p:nvPr/>
        </p:nvSpPr>
        <p:spPr>
          <a:xfrm>
            <a:off x="4444432" y="22162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39"/>
          <p:cNvSpPr/>
          <p:nvPr/>
        </p:nvSpPr>
        <p:spPr>
          <a:xfrm>
            <a:off x="5103472"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39"/>
          <p:cNvSpPr/>
          <p:nvPr/>
        </p:nvSpPr>
        <p:spPr>
          <a:xfrm>
            <a:off x="5860649"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39"/>
          <p:cNvSpPr/>
          <p:nvPr/>
        </p:nvSpPr>
        <p:spPr>
          <a:xfrm>
            <a:off x="2930077"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39"/>
          <p:cNvSpPr/>
          <p:nvPr/>
        </p:nvSpPr>
        <p:spPr>
          <a:xfrm>
            <a:off x="3687254"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39"/>
          <p:cNvSpPr/>
          <p:nvPr/>
        </p:nvSpPr>
        <p:spPr>
          <a:xfrm>
            <a:off x="6801855" y="27805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879" name="Google Shape;879;p39"/>
          <p:cNvSpPr/>
          <p:nvPr/>
        </p:nvSpPr>
        <p:spPr>
          <a:xfrm>
            <a:off x="2085218" y="2785696"/>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880" name="Google Shape;880;p39"/>
          <p:cNvSpPr/>
          <p:nvPr/>
        </p:nvSpPr>
        <p:spPr>
          <a:xfrm>
            <a:off x="8411058" y="2151501"/>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881" name="Google Shape;881;p39"/>
          <p:cNvSpPr/>
          <p:nvPr/>
        </p:nvSpPr>
        <p:spPr>
          <a:xfrm>
            <a:off x="4595792" y="2784659"/>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882" name="Google Shape;882;p39"/>
          <p:cNvSpPr/>
          <p:nvPr/>
        </p:nvSpPr>
        <p:spPr>
          <a:xfrm>
            <a:off x="4595812" y="3921973"/>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883" name="Google Shape;883;p39"/>
          <p:cNvSpPr/>
          <p:nvPr/>
        </p:nvSpPr>
        <p:spPr>
          <a:xfrm>
            <a:off x="434011" y="2254135"/>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884" name="Google Shape;884;p39"/>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885" name="Google Shape;885;p39"/>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9" name="Shape 889"/>
        <p:cNvGrpSpPr/>
        <p:nvPr/>
      </p:nvGrpSpPr>
      <p:grpSpPr>
        <a:xfrm>
          <a:off x="0" y="0"/>
          <a:ext cx="0" cy="0"/>
          <a:chOff x="0" y="0"/>
          <a:chExt cx="0" cy="0"/>
        </a:xfrm>
      </p:grpSpPr>
      <p:sp>
        <p:nvSpPr>
          <p:cNvPr id="890" name="Google Shape;890;p40"/>
          <p:cNvSpPr txBox="1"/>
          <p:nvPr/>
        </p:nvSpPr>
        <p:spPr>
          <a:xfrm>
            <a:off x="181275" y="7197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Power I</a:t>
            </a:r>
            <a:endParaRPr sz="4120">
              <a:solidFill>
                <a:srgbClr val="CCCCCC"/>
              </a:solidFill>
              <a:latin typeface="Oswald"/>
              <a:ea typeface="Oswald"/>
              <a:cs typeface="Oswald"/>
              <a:sym typeface="Oswald"/>
            </a:endParaRPr>
          </a:p>
        </p:txBody>
      </p:sp>
      <p:sp>
        <p:nvSpPr>
          <p:cNvPr id="891" name="Google Shape;891;p40"/>
          <p:cNvSpPr/>
          <p:nvPr/>
        </p:nvSpPr>
        <p:spPr>
          <a:xfrm>
            <a:off x="4444432" y="22162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40"/>
          <p:cNvSpPr/>
          <p:nvPr/>
        </p:nvSpPr>
        <p:spPr>
          <a:xfrm>
            <a:off x="5103472"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40"/>
          <p:cNvSpPr/>
          <p:nvPr/>
        </p:nvSpPr>
        <p:spPr>
          <a:xfrm>
            <a:off x="5860649"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40"/>
          <p:cNvSpPr/>
          <p:nvPr/>
        </p:nvSpPr>
        <p:spPr>
          <a:xfrm>
            <a:off x="2930077"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40"/>
          <p:cNvSpPr/>
          <p:nvPr/>
        </p:nvSpPr>
        <p:spPr>
          <a:xfrm>
            <a:off x="3687254"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40"/>
          <p:cNvSpPr/>
          <p:nvPr/>
        </p:nvSpPr>
        <p:spPr>
          <a:xfrm>
            <a:off x="4595805" y="3679330"/>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897" name="Google Shape;897;p40"/>
          <p:cNvSpPr/>
          <p:nvPr/>
        </p:nvSpPr>
        <p:spPr>
          <a:xfrm>
            <a:off x="2085218" y="2785696"/>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898" name="Google Shape;898;p40"/>
          <p:cNvSpPr/>
          <p:nvPr/>
        </p:nvSpPr>
        <p:spPr>
          <a:xfrm>
            <a:off x="6617833" y="2249676"/>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899" name="Google Shape;899;p40"/>
          <p:cNvSpPr/>
          <p:nvPr/>
        </p:nvSpPr>
        <p:spPr>
          <a:xfrm>
            <a:off x="4595792" y="2882859"/>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900" name="Google Shape;900;p40"/>
          <p:cNvSpPr/>
          <p:nvPr/>
        </p:nvSpPr>
        <p:spPr>
          <a:xfrm>
            <a:off x="4594062" y="4385860"/>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901" name="Google Shape;901;p40"/>
          <p:cNvSpPr/>
          <p:nvPr/>
        </p:nvSpPr>
        <p:spPr>
          <a:xfrm>
            <a:off x="434011" y="2254135"/>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902" name="Google Shape;902;p40"/>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903" name="Google Shape;903;p40"/>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7" name="Shape 907"/>
        <p:cNvGrpSpPr/>
        <p:nvPr/>
      </p:nvGrpSpPr>
      <p:grpSpPr>
        <a:xfrm>
          <a:off x="0" y="0"/>
          <a:ext cx="0" cy="0"/>
          <a:chOff x="0" y="0"/>
          <a:chExt cx="0" cy="0"/>
        </a:xfrm>
      </p:grpSpPr>
      <p:sp>
        <p:nvSpPr>
          <p:cNvPr id="908" name="Google Shape;908;p41"/>
          <p:cNvSpPr txBox="1"/>
          <p:nvPr/>
        </p:nvSpPr>
        <p:spPr>
          <a:xfrm>
            <a:off x="181275" y="7197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Run to Wing</a:t>
            </a:r>
            <a:endParaRPr sz="4120">
              <a:solidFill>
                <a:srgbClr val="CCCCCC"/>
              </a:solidFill>
              <a:latin typeface="Oswald"/>
              <a:ea typeface="Oswald"/>
              <a:cs typeface="Oswald"/>
              <a:sym typeface="Oswald"/>
            </a:endParaRPr>
          </a:p>
        </p:txBody>
      </p:sp>
      <p:sp>
        <p:nvSpPr>
          <p:cNvPr id="909" name="Google Shape;909;p41"/>
          <p:cNvSpPr/>
          <p:nvPr/>
        </p:nvSpPr>
        <p:spPr>
          <a:xfrm>
            <a:off x="4444432" y="22162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41"/>
          <p:cNvSpPr/>
          <p:nvPr/>
        </p:nvSpPr>
        <p:spPr>
          <a:xfrm>
            <a:off x="5103472"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41"/>
          <p:cNvSpPr/>
          <p:nvPr/>
        </p:nvSpPr>
        <p:spPr>
          <a:xfrm>
            <a:off x="5860649"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41"/>
          <p:cNvSpPr/>
          <p:nvPr/>
        </p:nvSpPr>
        <p:spPr>
          <a:xfrm>
            <a:off x="2930077"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41"/>
          <p:cNvSpPr/>
          <p:nvPr/>
        </p:nvSpPr>
        <p:spPr>
          <a:xfrm>
            <a:off x="3687254"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41"/>
          <p:cNvSpPr/>
          <p:nvPr/>
        </p:nvSpPr>
        <p:spPr>
          <a:xfrm>
            <a:off x="6446855" y="27085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915" name="Google Shape;915;p41"/>
          <p:cNvSpPr/>
          <p:nvPr/>
        </p:nvSpPr>
        <p:spPr>
          <a:xfrm>
            <a:off x="4020218" y="3894159"/>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916" name="Google Shape;916;p41"/>
          <p:cNvSpPr/>
          <p:nvPr/>
        </p:nvSpPr>
        <p:spPr>
          <a:xfrm>
            <a:off x="8513608" y="2136401"/>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917" name="Google Shape;917;p41"/>
          <p:cNvSpPr/>
          <p:nvPr/>
        </p:nvSpPr>
        <p:spPr>
          <a:xfrm>
            <a:off x="4595792" y="3893134"/>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918" name="Google Shape;918;p41"/>
          <p:cNvSpPr/>
          <p:nvPr/>
        </p:nvSpPr>
        <p:spPr>
          <a:xfrm>
            <a:off x="5009487" y="3893135"/>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919" name="Google Shape;919;p41"/>
          <p:cNvSpPr/>
          <p:nvPr/>
        </p:nvSpPr>
        <p:spPr>
          <a:xfrm>
            <a:off x="434011" y="2254135"/>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920" name="Google Shape;920;p41"/>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921" name="Google Shape;921;p41"/>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cxnSp>
        <p:nvCxnSpPr>
          <p:cNvPr id="922" name="Google Shape;922;p41"/>
          <p:cNvCxnSpPr/>
          <p:nvPr/>
        </p:nvCxnSpPr>
        <p:spPr>
          <a:xfrm flipH="1" rot="10800000">
            <a:off x="5301375" y="3154000"/>
            <a:ext cx="936600" cy="717600"/>
          </a:xfrm>
          <a:prstGeom prst="straightConnector1">
            <a:avLst/>
          </a:prstGeom>
          <a:noFill/>
          <a:ln cap="flat" cmpd="sng" w="9525">
            <a:solidFill>
              <a:schemeClr val="dk2"/>
            </a:solidFill>
            <a:prstDash val="solid"/>
            <a:round/>
            <a:headEnd len="med" w="med" type="none"/>
            <a:tailEnd len="med" w="med" type="triangle"/>
          </a:ln>
        </p:spPr>
      </p:cxnSp>
      <p:cxnSp>
        <p:nvCxnSpPr>
          <p:cNvPr id="923" name="Google Shape;923;p41"/>
          <p:cNvCxnSpPr/>
          <p:nvPr/>
        </p:nvCxnSpPr>
        <p:spPr>
          <a:xfrm rot="10800000">
            <a:off x="6283375" y="1454600"/>
            <a:ext cx="2205300" cy="846000"/>
          </a:xfrm>
          <a:prstGeom prst="straightConnector1">
            <a:avLst/>
          </a:prstGeom>
          <a:noFill/>
          <a:ln cap="flat" cmpd="sng" w="9525">
            <a:solidFill>
              <a:schemeClr val="dk2"/>
            </a:solidFill>
            <a:prstDash val="solid"/>
            <a:round/>
            <a:headEnd len="med" w="med" type="none"/>
            <a:tailEnd len="med" w="med" type="triangle"/>
          </a:ln>
        </p:spPr>
      </p:cxnSp>
      <p:sp>
        <p:nvSpPr>
          <p:cNvPr id="924" name="Google Shape;924;p41"/>
          <p:cNvSpPr/>
          <p:nvPr/>
        </p:nvSpPr>
        <p:spPr>
          <a:xfrm>
            <a:off x="4342150" y="3493950"/>
            <a:ext cx="1125400" cy="302125"/>
          </a:xfrm>
          <a:custGeom>
            <a:rect b="b" l="l" r="r" t="t"/>
            <a:pathLst>
              <a:path extrusionOk="0" h="12085" w="45016">
                <a:moveTo>
                  <a:pt x="0" y="12085"/>
                </a:moveTo>
                <a:cubicBezTo>
                  <a:pt x="2719" y="10927"/>
                  <a:pt x="8812" y="7150"/>
                  <a:pt x="16315" y="5136"/>
                </a:cubicBezTo>
                <a:cubicBezTo>
                  <a:pt x="23818" y="3122"/>
                  <a:pt x="40233" y="856"/>
                  <a:pt x="45016" y="0"/>
                </a:cubicBezTo>
              </a:path>
            </a:pathLst>
          </a:custGeom>
          <a:noFill/>
          <a:ln cap="flat" cmpd="sng" w="38100">
            <a:solidFill>
              <a:schemeClr val="dk2"/>
            </a:solidFill>
            <a:prstDash val="solid"/>
            <a:round/>
            <a:headEnd len="med" w="med" type="none"/>
            <a:tailEnd len="med" w="med" type="triangle"/>
          </a:ln>
        </p:spPr>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28" name="Shape 928"/>
        <p:cNvGrpSpPr/>
        <p:nvPr/>
      </p:nvGrpSpPr>
      <p:grpSpPr>
        <a:xfrm>
          <a:off x="0" y="0"/>
          <a:ext cx="0" cy="0"/>
          <a:chOff x="0" y="0"/>
          <a:chExt cx="0" cy="0"/>
        </a:xfrm>
      </p:grpSpPr>
      <p:sp>
        <p:nvSpPr>
          <p:cNvPr id="929" name="Google Shape;929;p42"/>
          <p:cNvSpPr txBox="1"/>
          <p:nvPr/>
        </p:nvSpPr>
        <p:spPr>
          <a:xfrm>
            <a:off x="181275" y="7197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Verticals</a:t>
            </a:r>
            <a:endParaRPr sz="4120">
              <a:solidFill>
                <a:srgbClr val="CCCCCC"/>
              </a:solidFill>
              <a:latin typeface="Oswald"/>
              <a:ea typeface="Oswald"/>
              <a:cs typeface="Oswald"/>
              <a:sym typeface="Oswald"/>
            </a:endParaRPr>
          </a:p>
        </p:txBody>
      </p:sp>
      <p:sp>
        <p:nvSpPr>
          <p:cNvPr id="930" name="Google Shape;930;p42"/>
          <p:cNvSpPr/>
          <p:nvPr/>
        </p:nvSpPr>
        <p:spPr>
          <a:xfrm>
            <a:off x="4444432" y="22162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42"/>
          <p:cNvSpPr/>
          <p:nvPr/>
        </p:nvSpPr>
        <p:spPr>
          <a:xfrm>
            <a:off x="5103472"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42"/>
          <p:cNvSpPr/>
          <p:nvPr/>
        </p:nvSpPr>
        <p:spPr>
          <a:xfrm>
            <a:off x="5860649"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42"/>
          <p:cNvSpPr/>
          <p:nvPr/>
        </p:nvSpPr>
        <p:spPr>
          <a:xfrm>
            <a:off x="2930077"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42"/>
          <p:cNvSpPr/>
          <p:nvPr/>
        </p:nvSpPr>
        <p:spPr>
          <a:xfrm>
            <a:off x="3687254"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42"/>
          <p:cNvSpPr/>
          <p:nvPr/>
        </p:nvSpPr>
        <p:spPr>
          <a:xfrm>
            <a:off x="6446855" y="27085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936" name="Google Shape;936;p42"/>
          <p:cNvSpPr/>
          <p:nvPr/>
        </p:nvSpPr>
        <p:spPr>
          <a:xfrm>
            <a:off x="1761918" y="2713696"/>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937" name="Google Shape;937;p42"/>
          <p:cNvSpPr/>
          <p:nvPr/>
        </p:nvSpPr>
        <p:spPr>
          <a:xfrm>
            <a:off x="8513608" y="2136401"/>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938" name="Google Shape;938;p42"/>
          <p:cNvSpPr/>
          <p:nvPr/>
        </p:nvSpPr>
        <p:spPr>
          <a:xfrm>
            <a:off x="4595792" y="3893134"/>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939" name="Google Shape;939;p42"/>
          <p:cNvSpPr/>
          <p:nvPr/>
        </p:nvSpPr>
        <p:spPr>
          <a:xfrm>
            <a:off x="5009487" y="3893135"/>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940" name="Google Shape;940;p42"/>
          <p:cNvSpPr/>
          <p:nvPr/>
        </p:nvSpPr>
        <p:spPr>
          <a:xfrm>
            <a:off x="434011" y="2254135"/>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941" name="Google Shape;941;p42"/>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942" name="Google Shape;942;p42"/>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cxnSp>
        <p:nvCxnSpPr>
          <p:cNvPr id="943" name="Google Shape;943;p42"/>
          <p:cNvCxnSpPr/>
          <p:nvPr/>
        </p:nvCxnSpPr>
        <p:spPr>
          <a:xfrm rot="10800000">
            <a:off x="8511450" y="510675"/>
            <a:ext cx="143400" cy="1472700"/>
          </a:xfrm>
          <a:prstGeom prst="straightConnector1">
            <a:avLst/>
          </a:prstGeom>
          <a:noFill/>
          <a:ln cap="flat" cmpd="sng" w="9525">
            <a:solidFill>
              <a:schemeClr val="dk2"/>
            </a:solidFill>
            <a:prstDash val="solid"/>
            <a:round/>
            <a:headEnd len="med" w="med" type="none"/>
            <a:tailEnd len="med" w="med" type="triangle"/>
          </a:ln>
        </p:spPr>
      </p:cxnSp>
      <p:cxnSp>
        <p:nvCxnSpPr>
          <p:cNvPr id="944" name="Google Shape;944;p42"/>
          <p:cNvCxnSpPr/>
          <p:nvPr/>
        </p:nvCxnSpPr>
        <p:spPr>
          <a:xfrm flipH="1" rot="10800000">
            <a:off x="2008325" y="986275"/>
            <a:ext cx="166200" cy="1608900"/>
          </a:xfrm>
          <a:prstGeom prst="straightConnector1">
            <a:avLst/>
          </a:prstGeom>
          <a:noFill/>
          <a:ln cap="flat" cmpd="sng" w="9525">
            <a:solidFill>
              <a:schemeClr val="dk2"/>
            </a:solidFill>
            <a:prstDash val="solid"/>
            <a:round/>
            <a:headEnd len="med" w="med" type="none"/>
            <a:tailEnd len="med" w="med" type="triangle"/>
          </a:ln>
        </p:spPr>
      </p:cxnSp>
      <p:cxnSp>
        <p:nvCxnSpPr>
          <p:cNvPr id="945" name="Google Shape;945;p42"/>
          <p:cNvCxnSpPr/>
          <p:nvPr/>
        </p:nvCxnSpPr>
        <p:spPr>
          <a:xfrm flipH="1" rot="10800000">
            <a:off x="580825" y="963750"/>
            <a:ext cx="135900" cy="11556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9" name="Shape 949"/>
        <p:cNvGrpSpPr/>
        <p:nvPr/>
      </p:nvGrpSpPr>
      <p:grpSpPr>
        <a:xfrm>
          <a:off x="0" y="0"/>
          <a:ext cx="0" cy="0"/>
          <a:chOff x="0" y="0"/>
          <a:chExt cx="0" cy="0"/>
        </a:xfrm>
      </p:grpSpPr>
      <p:sp>
        <p:nvSpPr>
          <p:cNvPr id="950" name="Google Shape;950;p43"/>
          <p:cNvSpPr txBox="1"/>
          <p:nvPr/>
        </p:nvSpPr>
        <p:spPr>
          <a:xfrm>
            <a:off x="181275" y="7197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Jet Sweep</a:t>
            </a:r>
            <a:endParaRPr sz="4120">
              <a:solidFill>
                <a:srgbClr val="CCCCCC"/>
              </a:solidFill>
              <a:latin typeface="Oswald"/>
              <a:ea typeface="Oswald"/>
              <a:cs typeface="Oswald"/>
              <a:sym typeface="Oswald"/>
            </a:endParaRPr>
          </a:p>
        </p:txBody>
      </p:sp>
      <p:sp>
        <p:nvSpPr>
          <p:cNvPr id="951" name="Google Shape;951;p43"/>
          <p:cNvSpPr/>
          <p:nvPr/>
        </p:nvSpPr>
        <p:spPr>
          <a:xfrm>
            <a:off x="4444432" y="22162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43"/>
          <p:cNvSpPr/>
          <p:nvPr/>
        </p:nvSpPr>
        <p:spPr>
          <a:xfrm>
            <a:off x="5103472"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43"/>
          <p:cNvSpPr/>
          <p:nvPr/>
        </p:nvSpPr>
        <p:spPr>
          <a:xfrm>
            <a:off x="5860649"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43"/>
          <p:cNvSpPr/>
          <p:nvPr/>
        </p:nvSpPr>
        <p:spPr>
          <a:xfrm>
            <a:off x="2930077"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43"/>
          <p:cNvSpPr/>
          <p:nvPr/>
        </p:nvSpPr>
        <p:spPr>
          <a:xfrm>
            <a:off x="3687254"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43"/>
          <p:cNvSpPr/>
          <p:nvPr/>
        </p:nvSpPr>
        <p:spPr>
          <a:xfrm>
            <a:off x="6446855" y="27085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957" name="Google Shape;957;p43"/>
          <p:cNvSpPr/>
          <p:nvPr/>
        </p:nvSpPr>
        <p:spPr>
          <a:xfrm>
            <a:off x="1761918" y="2713696"/>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958" name="Google Shape;958;p43"/>
          <p:cNvSpPr/>
          <p:nvPr/>
        </p:nvSpPr>
        <p:spPr>
          <a:xfrm>
            <a:off x="8513608" y="2136401"/>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959" name="Google Shape;959;p43"/>
          <p:cNvSpPr/>
          <p:nvPr/>
        </p:nvSpPr>
        <p:spPr>
          <a:xfrm>
            <a:off x="4595792" y="3893134"/>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960" name="Google Shape;960;p43"/>
          <p:cNvSpPr/>
          <p:nvPr/>
        </p:nvSpPr>
        <p:spPr>
          <a:xfrm>
            <a:off x="5009487" y="3893135"/>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961" name="Google Shape;961;p43"/>
          <p:cNvSpPr/>
          <p:nvPr/>
        </p:nvSpPr>
        <p:spPr>
          <a:xfrm>
            <a:off x="434011" y="2254135"/>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962" name="Google Shape;962;p43"/>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963" name="Google Shape;963;p43"/>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cxnSp>
        <p:nvCxnSpPr>
          <p:cNvPr id="964" name="Google Shape;964;p43"/>
          <p:cNvCxnSpPr/>
          <p:nvPr/>
        </p:nvCxnSpPr>
        <p:spPr>
          <a:xfrm flipH="1" rot="10800000">
            <a:off x="580825" y="963750"/>
            <a:ext cx="135900" cy="1155600"/>
          </a:xfrm>
          <a:prstGeom prst="straightConnector1">
            <a:avLst/>
          </a:prstGeom>
          <a:noFill/>
          <a:ln cap="flat" cmpd="sng" w="9525">
            <a:solidFill>
              <a:schemeClr val="dk2"/>
            </a:solidFill>
            <a:prstDash val="solid"/>
            <a:round/>
            <a:headEnd len="med" w="med" type="none"/>
            <a:tailEnd len="med" w="med" type="triangle"/>
          </a:ln>
        </p:spPr>
      </p:cxnSp>
      <p:cxnSp>
        <p:nvCxnSpPr>
          <p:cNvPr id="965" name="Google Shape;965;p43"/>
          <p:cNvCxnSpPr/>
          <p:nvPr/>
        </p:nvCxnSpPr>
        <p:spPr>
          <a:xfrm rot="10800000">
            <a:off x="6940425" y="1741825"/>
            <a:ext cx="1638900" cy="362400"/>
          </a:xfrm>
          <a:prstGeom prst="straightConnector1">
            <a:avLst/>
          </a:prstGeom>
          <a:noFill/>
          <a:ln cap="flat" cmpd="sng" w="9525">
            <a:solidFill>
              <a:schemeClr val="dk2"/>
            </a:solidFill>
            <a:prstDash val="solid"/>
            <a:round/>
            <a:headEnd len="med" w="med" type="none"/>
            <a:tailEnd len="med" w="med" type="stealth"/>
          </a:ln>
        </p:spPr>
      </p:cxnSp>
      <p:sp>
        <p:nvSpPr>
          <p:cNvPr id="966" name="Google Shape;966;p43"/>
          <p:cNvSpPr/>
          <p:nvPr/>
        </p:nvSpPr>
        <p:spPr>
          <a:xfrm>
            <a:off x="2234925" y="2942600"/>
            <a:ext cx="3262825" cy="821325"/>
          </a:xfrm>
          <a:custGeom>
            <a:rect b="b" l="l" r="r" t="t"/>
            <a:pathLst>
              <a:path extrusionOk="0" h="32853" w="130513">
                <a:moveTo>
                  <a:pt x="0" y="0"/>
                </a:moveTo>
                <a:cubicBezTo>
                  <a:pt x="9919" y="5035"/>
                  <a:pt x="37764" y="24974"/>
                  <a:pt x="59516" y="30211"/>
                </a:cubicBezTo>
                <a:cubicBezTo>
                  <a:pt x="81268" y="35448"/>
                  <a:pt x="118680" y="31219"/>
                  <a:pt x="130513" y="31420"/>
                </a:cubicBezTo>
              </a:path>
            </a:pathLst>
          </a:custGeom>
          <a:noFill/>
          <a:ln cap="flat" cmpd="sng" w="9525">
            <a:solidFill>
              <a:schemeClr val="dk2"/>
            </a:solidFill>
            <a:prstDash val="dash"/>
            <a:round/>
            <a:headEnd len="med" w="med" type="none"/>
            <a:tailEnd len="med" w="med" type="stealth"/>
          </a:ln>
        </p:spPr>
      </p:sp>
      <p:cxnSp>
        <p:nvCxnSpPr>
          <p:cNvPr id="967" name="Google Shape;967;p43"/>
          <p:cNvCxnSpPr/>
          <p:nvPr/>
        </p:nvCxnSpPr>
        <p:spPr>
          <a:xfrm flipH="1" rot="10800000">
            <a:off x="5482650" y="2549900"/>
            <a:ext cx="2084700" cy="1676700"/>
          </a:xfrm>
          <a:prstGeom prst="straightConnector1">
            <a:avLst/>
          </a:prstGeom>
          <a:noFill/>
          <a:ln cap="flat" cmpd="sng" w="9525">
            <a:solidFill>
              <a:schemeClr val="dk2"/>
            </a:solidFill>
            <a:prstDash val="solid"/>
            <a:round/>
            <a:headEnd len="med" w="med" type="none"/>
            <a:tailEnd len="med" w="med" type="triangle"/>
          </a:ln>
        </p:spPr>
      </p:cxnSp>
      <p:cxnSp>
        <p:nvCxnSpPr>
          <p:cNvPr id="968" name="Google Shape;968;p43"/>
          <p:cNvCxnSpPr/>
          <p:nvPr/>
        </p:nvCxnSpPr>
        <p:spPr>
          <a:xfrm rot="10800000">
            <a:off x="5814900" y="1379075"/>
            <a:ext cx="891300" cy="12312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72" name="Shape 972"/>
        <p:cNvGrpSpPr/>
        <p:nvPr/>
      </p:nvGrpSpPr>
      <p:grpSpPr>
        <a:xfrm>
          <a:off x="0" y="0"/>
          <a:ext cx="0" cy="0"/>
          <a:chOff x="0" y="0"/>
          <a:chExt cx="0" cy="0"/>
        </a:xfrm>
      </p:grpSpPr>
      <p:sp>
        <p:nvSpPr>
          <p:cNvPr id="973" name="Google Shape;973;p44"/>
          <p:cNvSpPr txBox="1"/>
          <p:nvPr/>
        </p:nvSpPr>
        <p:spPr>
          <a:xfrm>
            <a:off x="181275" y="7197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Qb Draw</a:t>
            </a:r>
            <a:endParaRPr sz="4120">
              <a:solidFill>
                <a:srgbClr val="CCCCCC"/>
              </a:solidFill>
              <a:latin typeface="Oswald"/>
              <a:ea typeface="Oswald"/>
              <a:cs typeface="Oswald"/>
              <a:sym typeface="Oswald"/>
            </a:endParaRPr>
          </a:p>
        </p:txBody>
      </p:sp>
      <p:sp>
        <p:nvSpPr>
          <p:cNvPr id="974" name="Google Shape;974;p44"/>
          <p:cNvSpPr/>
          <p:nvPr/>
        </p:nvSpPr>
        <p:spPr>
          <a:xfrm>
            <a:off x="4444432" y="22162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44"/>
          <p:cNvSpPr/>
          <p:nvPr/>
        </p:nvSpPr>
        <p:spPr>
          <a:xfrm>
            <a:off x="5103472"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44"/>
          <p:cNvSpPr/>
          <p:nvPr/>
        </p:nvSpPr>
        <p:spPr>
          <a:xfrm>
            <a:off x="5860649"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44"/>
          <p:cNvSpPr/>
          <p:nvPr/>
        </p:nvSpPr>
        <p:spPr>
          <a:xfrm>
            <a:off x="2930077"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44"/>
          <p:cNvSpPr/>
          <p:nvPr/>
        </p:nvSpPr>
        <p:spPr>
          <a:xfrm>
            <a:off x="3687254"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44"/>
          <p:cNvSpPr/>
          <p:nvPr/>
        </p:nvSpPr>
        <p:spPr>
          <a:xfrm>
            <a:off x="6446855" y="27085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980" name="Google Shape;980;p44"/>
          <p:cNvSpPr/>
          <p:nvPr/>
        </p:nvSpPr>
        <p:spPr>
          <a:xfrm>
            <a:off x="1761918" y="2713696"/>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981" name="Google Shape;981;p44"/>
          <p:cNvSpPr/>
          <p:nvPr/>
        </p:nvSpPr>
        <p:spPr>
          <a:xfrm>
            <a:off x="8513608" y="2136401"/>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982" name="Google Shape;982;p44"/>
          <p:cNvSpPr/>
          <p:nvPr/>
        </p:nvSpPr>
        <p:spPr>
          <a:xfrm>
            <a:off x="4595792" y="3893134"/>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983" name="Google Shape;983;p44"/>
          <p:cNvSpPr/>
          <p:nvPr/>
        </p:nvSpPr>
        <p:spPr>
          <a:xfrm>
            <a:off x="5009487" y="3893135"/>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984" name="Google Shape;984;p44"/>
          <p:cNvSpPr/>
          <p:nvPr/>
        </p:nvSpPr>
        <p:spPr>
          <a:xfrm>
            <a:off x="434011" y="2254135"/>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985" name="Google Shape;985;p44"/>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986" name="Google Shape;986;p44"/>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cxnSp>
        <p:nvCxnSpPr>
          <p:cNvPr id="987" name="Google Shape;987;p44"/>
          <p:cNvCxnSpPr/>
          <p:nvPr/>
        </p:nvCxnSpPr>
        <p:spPr>
          <a:xfrm flipH="1" rot="10800000">
            <a:off x="580825" y="963750"/>
            <a:ext cx="135900" cy="1155600"/>
          </a:xfrm>
          <a:prstGeom prst="straightConnector1">
            <a:avLst/>
          </a:prstGeom>
          <a:noFill/>
          <a:ln cap="flat" cmpd="sng" w="9525">
            <a:solidFill>
              <a:schemeClr val="dk2"/>
            </a:solidFill>
            <a:prstDash val="solid"/>
            <a:round/>
            <a:headEnd len="med" w="med" type="none"/>
            <a:tailEnd len="med" w="med" type="triangle"/>
          </a:ln>
        </p:spPr>
      </p:cxnSp>
      <p:cxnSp>
        <p:nvCxnSpPr>
          <p:cNvPr id="988" name="Google Shape;988;p44"/>
          <p:cNvCxnSpPr/>
          <p:nvPr/>
        </p:nvCxnSpPr>
        <p:spPr>
          <a:xfrm rot="10800000">
            <a:off x="6940425" y="1741825"/>
            <a:ext cx="1638900" cy="362400"/>
          </a:xfrm>
          <a:prstGeom prst="straightConnector1">
            <a:avLst/>
          </a:prstGeom>
          <a:noFill/>
          <a:ln cap="flat" cmpd="sng" w="9525">
            <a:solidFill>
              <a:schemeClr val="dk2"/>
            </a:solidFill>
            <a:prstDash val="solid"/>
            <a:round/>
            <a:headEnd len="med" w="med" type="none"/>
            <a:tailEnd len="med" w="med" type="stealth"/>
          </a:ln>
        </p:spPr>
      </p:cxnSp>
      <p:cxnSp>
        <p:nvCxnSpPr>
          <p:cNvPr id="989" name="Google Shape;989;p44"/>
          <p:cNvCxnSpPr/>
          <p:nvPr/>
        </p:nvCxnSpPr>
        <p:spPr>
          <a:xfrm rot="10800000">
            <a:off x="5814900" y="1379075"/>
            <a:ext cx="891300" cy="1231200"/>
          </a:xfrm>
          <a:prstGeom prst="straightConnector1">
            <a:avLst/>
          </a:prstGeom>
          <a:noFill/>
          <a:ln cap="flat" cmpd="sng" w="9525">
            <a:solidFill>
              <a:schemeClr val="dk2"/>
            </a:solidFill>
            <a:prstDash val="solid"/>
            <a:round/>
            <a:headEnd len="med" w="med" type="none"/>
            <a:tailEnd len="med" w="med" type="triangle"/>
          </a:ln>
        </p:spPr>
      </p:cxnSp>
      <p:cxnSp>
        <p:nvCxnSpPr>
          <p:cNvPr id="990" name="Google Shape;990;p44"/>
          <p:cNvCxnSpPr/>
          <p:nvPr/>
        </p:nvCxnSpPr>
        <p:spPr>
          <a:xfrm flipH="1" rot="10800000">
            <a:off x="2053650" y="1439600"/>
            <a:ext cx="672300" cy="1117800"/>
          </a:xfrm>
          <a:prstGeom prst="straightConnector1">
            <a:avLst/>
          </a:prstGeom>
          <a:noFill/>
          <a:ln cap="flat" cmpd="sng" w="9525">
            <a:solidFill>
              <a:schemeClr val="dk2"/>
            </a:solidFill>
            <a:prstDash val="solid"/>
            <a:round/>
            <a:headEnd len="med" w="med" type="none"/>
            <a:tailEnd len="med" w="med" type="triangle"/>
          </a:ln>
        </p:spPr>
      </p:cxnSp>
      <p:sp>
        <p:nvSpPr>
          <p:cNvPr id="991" name="Google Shape;991;p44"/>
          <p:cNvSpPr/>
          <p:nvPr/>
        </p:nvSpPr>
        <p:spPr>
          <a:xfrm>
            <a:off x="2982650" y="3561925"/>
            <a:ext cx="2280950" cy="317225"/>
          </a:xfrm>
          <a:custGeom>
            <a:rect b="b" l="l" r="r" t="t"/>
            <a:pathLst>
              <a:path extrusionOk="0" h="12689" w="91238">
                <a:moveTo>
                  <a:pt x="91238" y="12689"/>
                </a:moveTo>
                <a:cubicBezTo>
                  <a:pt x="90634" y="12286"/>
                  <a:pt x="92094" y="11833"/>
                  <a:pt x="87613" y="10272"/>
                </a:cubicBezTo>
                <a:cubicBezTo>
                  <a:pt x="83132" y="8711"/>
                  <a:pt x="78952" y="5036"/>
                  <a:pt x="64350" y="3324"/>
                </a:cubicBezTo>
                <a:cubicBezTo>
                  <a:pt x="49748" y="1612"/>
                  <a:pt x="10725" y="554"/>
                  <a:pt x="0" y="0"/>
                </a:cubicBezTo>
              </a:path>
            </a:pathLst>
          </a:custGeom>
          <a:noFill/>
          <a:ln cap="flat" cmpd="sng" w="9525">
            <a:solidFill>
              <a:schemeClr val="dk2"/>
            </a:solidFill>
            <a:prstDash val="solid"/>
            <a:round/>
            <a:headEnd len="med" w="med" type="none"/>
            <a:tailEnd len="med" w="med" type="stealth"/>
          </a:ln>
        </p:spPr>
      </p:sp>
      <p:sp>
        <p:nvSpPr>
          <p:cNvPr id="992" name="Google Shape;992;p44"/>
          <p:cNvSpPr/>
          <p:nvPr/>
        </p:nvSpPr>
        <p:spPr>
          <a:xfrm>
            <a:off x="4833100" y="2806650"/>
            <a:ext cx="610550" cy="1367075"/>
          </a:xfrm>
          <a:custGeom>
            <a:rect b="b" l="l" r="r" t="t"/>
            <a:pathLst>
              <a:path extrusionOk="0" h="54683" w="24422">
                <a:moveTo>
                  <a:pt x="0" y="54683"/>
                </a:moveTo>
                <a:cubicBezTo>
                  <a:pt x="4028" y="49799"/>
                  <a:pt x="22256" y="34492"/>
                  <a:pt x="24169" y="25378"/>
                </a:cubicBezTo>
                <a:cubicBezTo>
                  <a:pt x="26082" y="16264"/>
                  <a:pt x="13595" y="4230"/>
                  <a:pt x="11480" y="0"/>
                </a:cubicBezTo>
              </a:path>
            </a:pathLst>
          </a:custGeom>
          <a:noFill/>
          <a:ln cap="flat" cmpd="sng" w="28575">
            <a:solidFill>
              <a:schemeClr val="dk2"/>
            </a:solidFill>
            <a:prstDash val="solid"/>
            <a:round/>
            <a:headEnd len="med" w="med" type="none"/>
            <a:tailEnd len="med" w="med" type="stealth"/>
          </a:ln>
        </p:spPr>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96" name="Shape 996"/>
        <p:cNvGrpSpPr/>
        <p:nvPr/>
      </p:nvGrpSpPr>
      <p:grpSpPr>
        <a:xfrm>
          <a:off x="0" y="0"/>
          <a:ext cx="0" cy="0"/>
          <a:chOff x="0" y="0"/>
          <a:chExt cx="0" cy="0"/>
        </a:xfrm>
      </p:grpSpPr>
      <p:sp>
        <p:nvSpPr>
          <p:cNvPr id="997" name="Google Shape;997;p45"/>
          <p:cNvSpPr txBox="1"/>
          <p:nvPr/>
        </p:nvSpPr>
        <p:spPr>
          <a:xfrm>
            <a:off x="181275" y="7197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Corner</a:t>
            </a:r>
            <a:endParaRPr sz="4120">
              <a:solidFill>
                <a:srgbClr val="CCCCCC"/>
              </a:solidFill>
              <a:latin typeface="Oswald"/>
              <a:ea typeface="Oswald"/>
              <a:cs typeface="Oswald"/>
              <a:sym typeface="Oswald"/>
            </a:endParaRPr>
          </a:p>
        </p:txBody>
      </p:sp>
      <p:sp>
        <p:nvSpPr>
          <p:cNvPr id="998" name="Google Shape;998;p45"/>
          <p:cNvSpPr/>
          <p:nvPr/>
        </p:nvSpPr>
        <p:spPr>
          <a:xfrm>
            <a:off x="4444432" y="22162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45"/>
          <p:cNvSpPr/>
          <p:nvPr/>
        </p:nvSpPr>
        <p:spPr>
          <a:xfrm>
            <a:off x="5103472"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45"/>
          <p:cNvSpPr/>
          <p:nvPr/>
        </p:nvSpPr>
        <p:spPr>
          <a:xfrm>
            <a:off x="5860649"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45"/>
          <p:cNvSpPr/>
          <p:nvPr/>
        </p:nvSpPr>
        <p:spPr>
          <a:xfrm>
            <a:off x="2930077"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45"/>
          <p:cNvSpPr/>
          <p:nvPr/>
        </p:nvSpPr>
        <p:spPr>
          <a:xfrm>
            <a:off x="3687254"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45"/>
          <p:cNvSpPr/>
          <p:nvPr/>
        </p:nvSpPr>
        <p:spPr>
          <a:xfrm>
            <a:off x="6558542" y="2580080"/>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1004" name="Google Shape;1004;p45"/>
          <p:cNvSpPr/>
          <p:nvPr/>
        </p:nvSpPr>
        <p:spPr>
          <a:xfrm>
            <a:off x="1761918" y="2713696"/>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1005" name="Google Shape;1005;p45"/>
          <p:cNvSpPr/>
          <p:nvPr/>
        </p:nvSpPr>
        <p:spPr>
          <a:xfrm>
            <a:off x="8513608" y="2136401"/>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1006" name="Google Shape;1006;p45"/>
          <p:cNvSpPr/>
          <p:nvPr/>
        </p:nvSpPr>
        <p:spPr>
          <a:xfrm>
            <a:off x="4595792" y="3893134"/>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1007" name="Google Shape;1007;p45"/>
          <p:cNvSpPr/>
          <p:nvPr/>
        </p:nvSpPr>
        <p:spPr>
          <a:xfrm>
            <a:off x="5009487" y="3893135"/>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1008" name="Google Shape;1008;p45"/>
          <p:cNvSpPr/>
          <p:nvPr/>
        </p:nvSpPr>
        <p:spPr>
          <a:xfrm>
            <a:off x="434011" y="2254135"/>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1009" name="Google Shape;1009;p45"/>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1010" name="Google Shape;1010;p45"/>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cxnSp>
        <p:nvCxnSpPr>
          <p:cNvPr id="1011" name="Google Shape;1011;p45"/>
          <p:cNvCxnSpPr/>
          <p:nvPr/>
        </p:nvCxnSpPr>
        <p:spPr>
          <a:xfrm flipH="1" rot="10800000">
            <a:off x="580825" y="963750"/>
            <a:ext cx="135900" cy="1155600"/>
          </a:xfrm>
          <a:prstGeom prst="straightConnector1">
            <a:avLst/>
          </a:prstGeom>
          <a:noFill/>
          <a:ln cap="flat" cmpd="sng" w="9525">
            <a:solidFill>
              <a:schemeClr val="dk2"/>
            </a:solidFill>
            <a:prstDash val="solid"/>
            <a:round/>
            <a:headEnd len="med" w="med" type="none"/>
            <a:tailEnd len="med" w="med" type="triangle"/>
          </a:ln>
        </p:spPr>
      </p:cxnSp>
      <p:sp>
        <p:nvSpPr>
          <p:cNvPr id="1012" name="Google Shape;1012;p45"/>
          <p:cNvSpPr/>
          <p:nvPr/>
        </p:nvSpPr>
        <p:spPr>
          <a:xfrm>
            <a:off x="2982650" y="3561925"/>
            <a:ext cx="2280950" cy="317225"/>
          </a:xfrm>
          <a:custGeom>
            <a:rect b="b" l="l" r="r" t="t"/>
            <a:pathLst>
              <a:path extrusionOk="0" h="12689" w="91238">
                <a:moveTo>
                  <a:pt x="91238" y="12689"/>
                </a:moveTo>
                <a:cubicBezTo>
                  <a:pt x="90634" y="12286"/>
                  <a:pt x="92094" y="11833"/>
                  <a:pt x="87613" y="10272"/>
                </a:cubicBezTo>
                <a:cubicBezTo>
                  <a:pt x="83132" y="8711"/>
                  <a:pt x="78952" y="5036"/>
                  <a:pt x="64350" y="3324"/>
                </a:cubicBezTo>
                <a:cubicBezTo>
                  <a:pt x="49748" y="1612"/>
                  <a:pt x="10725" y="554"/>
                  <a:pt x="0" y="0"/>
                </a:cubicBezTo>
              </a:path>
            </a:pathLst>
          </a:custGeom>
          <a:noFill/>
          <a:ln cap="flat" cmpd="sng" w="9525">
            <a:solidFill>
              <a:schemeClr val="dk2"/>
            </a:solidFill>
            <a:prstDash val="solid"/>
            <a:round/>
            <a:headEnd len="med" w="med" type="none"/>
            <a:tailEnd len="med" w="med" type="stealth"/>
          </a:ln>
        </p:spPr>
      </p:sp>
      <p:cxnSp>
        <p:nvCxnSpPr>
          <p:cNvPr id="1013" name="Google Shape;1013;p45"/>
          <p:cNvCxnSpPr/>
          <p:nvPr/>
        </p:nvCxnSpPr>
        <p:spPr>
          <a:xfrm rot="10800000">
            <a:off x="8518800" y="495575"/>
            <a:ext cx="158700" cy="1472700"/>
          </a:xfrm>
          <a:prstGeom prst="straightConnector1">
            <a:avLst/>
          </a:prstGeom>
          <a:noFill/>
          <a:ln cap="flat" cmpd="sng" w="9525">
            <a:solidFill>
              <a:schemeClr val="dk2"/>
            </a:solidFill>
            <a:prstDash val="solid"/>
            <a:round/>
            <a:headEnd len="med" w="med" type="none"/>
            <a:tailEnd len="med" w="med" type="triangle"/>
          </a:ln>
        </p:spPr>
      </p:cxnSp>
      <p:sp>
        <p:nvSpPr>
          <p:cNvPr id="1014" name="Google Shape;1014;p45"/>
          <p:cNvSpPr/>
          <p:nvPr/>
        </p:nvSpPr>
        <p:spPr>
          <a:xfrm>
            <a:off x="1086875" y="1197900"/>
            <a:ext cx="937025" cy="1382175"/>
          </a:xfrm>
          <a:custGeom>
            <a:rect b="b" l="l" r="r" t="t"/>
            <a:pathLst>
              <a:path extrusionOk="0" h="55287" w="37481">
                <a:moveTo>
                  <a:pt x="36858" y="55287"/>
                </a:moveTo>
                <a:cubicBezTo>
                  <a:pt x="36355" y="48389"/>
                  <a:pt x="39980" y="23112"/>
                  <a:pt x="33837" y="13897"/>
                </a:cubicBezTo>
                <a:cubicBezTo>
                  <a:pt x="27694" y="4683"/>
                  <a:pt x="5640" y="2316"/>
                  <a:pt x="0" y="0"/>
                </a:cubicBezTo>
              </a:path>
            </a:pathLst>
          </a:custGeom>
          <a:noFill/>
          <a:ln cap="flat" cmpd="sng" w="9525">
            <a:solidFill>
              <a:schemeClr val="dk2"/>
            </a:solidFill>
            <a:prstDash val="solid"/>
            <a:round/>
            <a:headEnd len="med" w="med" type="none"/>
            <a:tailEnd len="med" w="med" type="stealth"/>
          </a:ln>
        </p:spPr>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18" name="Shape 1018"/>
        <p:cNvGrpSpPr/>
        <p:nvPr/>
      </p:nvGrpSpPr>
      <p:grpSpPr>
        <a:xfrm>
          <a:off x="0" y="0"/>
          <a:ext cx="0" cy="0"/>
          <a:chOff x="0" y="0"/>
          <a:chExt cx="0" cy="0"/>
        </a:xfrm>
      </p:grpSpPr>
      <p:sp>
        <p:nvSpPr>
          <p:cNvPr id="1019" name="Google Shape;1019;p46"/>
          <p:cNvSpPr txBox="1"/>
          <p:nvPr/>
        </p:nvSpPr>
        <p:spPr>
          <a:xfrm>
            <a:off x="181275" y="7197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Motion Out</a:t>
            </a:r>
            <a:endParaRPr sz="4120">
              <a:solidFill>
                <a:srgbClr val="CCCCCC"/>
              </a:solidFill>
              <a:latin typeface="Oswald"/>
              <a:ea typeface="Oswald"/>
              <a:cs typeface="Oswald"/>
              <a:sym typeface="Oswald"/>
            </a:endParaRPr>
          </a:p>
        </p:txBody>
      </p:sp>
      <p:sp>
        <p:nvSpPr>
          <p:cNvPr id="1020" name="Google Shape;1020;p46"/>
          <p:cNvSpPr/>
          <p:nvPr/>
        </p:nvSpPr>
        <p:spPr>
          <a:xfrm>
            <a:off x="4444432" y="22162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46"/>
          <p:cNvSpPr/>
          <p:nvPr/>
        </p:nvSpPr>
        <p:spPr>
          <a:xfrm>
            <a:off x="5103472"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46"/>
          <p:cNvSpPr/>
          <p:nvPr/>
        </p:nvSpPr>
        <p:spPr>
          <a:xfrm>
            <a:off x="5860649"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46"/>
          <p:cNvSpPr/>
          <p:nvPr/>
        </p:nvSpPr>
        <p:spPr>
          <a:xfrm>
            <a:off x="2930077"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46"/>
          <p:cNvSpPr/>
          <p:nvPr/>
        </p:nvSpPr>
        <p:spPr>
          <a:xfrm>
            <a:off x="3687254"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46"/>
          <p:cNvSpPr/>
          <p:nvPr/>
        </p:nvSpPr>
        <p:spPr>
          <a:xfrm>
            <a:off x="7582355" y="2661880"/>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1026" name="Google Shape;1026;p46"/>
          <p:cNvSpPr/>
          <p:nvPr/>
        </p:nvSpPr>
        <p:spPr>
          <a:xfrm>
            <a:off x="8034043" y="2667021"/>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1027" name="Google Shape;1027;p46"/>
          <p:cNvSpPr/>
          <p:nvPr/>
        </p:nvSpPr>
        <p:spPr>
          <a:xfrm>
            <a:off x="8513608" y="2136401"/>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1028" name="Google Shape;1028;p46"/>
          <p:cNvSpPr/>
          <p:nvPr/>
        </p:nvSpPr>
        <p:spPr>
          <a:xfrm>
            <a:off x="4595792" y="3893134"/>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1029" name="Google Shape;1029;p46"/>
          <p:cNvSpPr/>
          <p:nvPr/>
        </p:nvSpPr>
        <p:spPr>
          <a:xfrm>
            <a:off x="5009487" y="3893135"/>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1030" name="Google Shape;1030;p46"/>
          <p:cNvSpPr/>
          <p:nvPr/>
        </p:nvSpPr>
        <p:spPr>
          <a:xfrm>
            <a:off x="434011" y="2254135"/>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1031" name="Google Shape;1031;p46"/>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1032" name="Google Shape;1032;p46"/>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cxnSp>
        <p:nvCxnSpPr>
          <p:cNvPr id="1033" name="Google Shape;1033;p46"/>
          <p:cNvCxnSpPr/>
          <p:nvPr/>
        </p:nvCxnSpPr>
        <p:spPr>
          <a:xfrm flipH="1" rot="10800000">
            <a:off x="580825" y="963750"/>
            <a:ext cx="135900" cy="1155600"/>
          </a:xfrm>
          <a:prstGeom prst="straightConnector1">
            <a:avLst/>
          </a:prstGeom>
          <a:noFill/>
          <a:ln cap="flat" cmpd="sng" w="9525">
            <a:solidFill>
              <a:schemeClr val="dk2"/>
            </a:solidFill>
            <a:prstDash val="solid"/>
            <a:round/>
            <a:headEnd len="med" w="med" type="none"/>
            <a:tailEnd len="med" w="med" type="triangle"/>
          </a:ln>
        </p:spPr>
      </p:cxnSp>
      <p:sp>
        <p:nvSpPr>
          <p:cNvPr id="1034" name="Google Shape;1034;p46"/>
          <p:cNvSpPr/>
          <p:nvPr/>
        </p:nvSpPr>
        <p:spPr>
          <a:xfrm>
            <a:off x="2982650" y="3561925"/>
            <a:ext cx="2280950" cy="317225"/>
          </a:xfrm>
          <a:custGeom>
            <a:rect b="b" l="l" r="r" t="t"/>
            <a:pathLst>
              <a:path extrusionOk="0" h="12689" w="91238">
                <a:moveTo>
                  <a:pt x="91238" y="12689"/>
                </a:moveTo>
                <a:cubicBezTo>
                  <a:pt x="90634" y="12286"/>
                  <a:pt x="92094" y="11833"/>
                  <a:pt x="87613" y="10272"/>
                </a:cubicBezTo>
                <a:cubicBezTo>
                  <a:pt x="83132" y="8711"/>
                  <a:pt x="78952" y="5036"/>
                  <a:pt x="64350" y="3324"/>
                </a:cubicBezTo>
                <a:cubicBezTo>
                  <a:pt x="49748" y="1612"/>
                  <a:pt x="10725" y="554"/>
                  <a:pt x="0" y="0"/>
                </a:cubicBezTo>
              </a:path>
            </a:pathLst>
          </a:custGeom>
          <a:noFill/>
          <a:ln cap="flat" cmpd="sng" w="9525">
            <a:solidFill>
              <a:schemeClr val="dk2"/>
            </a:solidFill>
            <a:prstDash val="solid"/>
            <a:round/>
            <a:headEnd len="med" w="med" type="none"/>
            <a:tailEnd len="med" w="med" type="stealth"/>
          </a:ln>
        </p:spPr>
      </p:sp>
      <p:cxnSp>
        <p:nvCxnSpPr>
          <p:cNvPr id="1035" name="Google Shape;1035;p46"/>
          <p:cNvCxnSpPr/>
          <p:nvPr/>
        </p:nvCxnSpPr>
        <p:spPr>
          <a:xfrm rot="10800000">
            <a:off x="6607950" y="2897200"/>
            <a:ext cx="974400" cy="30300"/>
          </a:xfrm>
          <a:prstGeom prst="straightConnector1">
            <a:avLst/>
          </a:prstGeom>
          <a:noFill/>
          <a:ln cap="flat" cmpd="sng" w="9525">
            <a:solidFill>
              <a:schemeClr val="dk2"/>
            </a:solidFill>
            <a:prstDash val="dash"/>
            <a:round/>
            <a:headEnd len="med" w="med" type="none"/>
            <a:tailEnd len="med" w="med" type="none"/>
          </a:ln>
        </p:spPr>
      </p:cxnSp>
      <p:sp>
        <p:nvSpPr>
          <p:cNvPr id="1036" name="Google Shape;1036;p46"/>
          <p:cNvSpPr/>
          <p:nvPr/>
        </p:nvSpPr>
        <p:spPr>
          <a:xfrm>
            <a:off x="6491834" y="2092198"/>
            <a:ext cx="1588975" cy="706900"/>
          </a:xfrm>
          <a:custGeom>
            <a:rect b="b" l="l" r="r" t="t"/>
            <a:pathLst>
              <a:path extrusionOk="0" h="28276" w="63559">
                <a:moveTo>
                  <a:pt x="5554" y="28276"/>
                </a:moveTo>
                <a:cubicBezTo>
                  <a:pt x="5302" y="23946"/>
                  <a:pt x="-5624" y="6775"/>
                  <a:pt x="4044" y="2294"/>
                </a:cubicBezTo>
                <a:cubicBezTo>
                  <a:pt x="13712" y="-2187"/>
                  <a:pt x="53641" y="1539"/>
                  <a:pt x="63560" y="1388"/>
                </a:cubicBezTo>
              </a:path>
            </a:pathLst>
          </a:custGeom>
          <a:noFill/>
          <a:ln cap="flat" cmpd="sng" w="9525">
            <a:solidFill>
              <a:schemeClr val="dk2"/>
            </a:solidFill>
            <a:prstDash val="solid"/>
            <a:round/>
            <a:headEnd len="med" w="med" type="none"/>
            <a:tailEnd len="med" w="med" type="stealth"/>
          </a:ln>
        </p:spPr>
      </p:sp>
      <p:sp>
        <p:nvSpPr>
          <p:cNvPr id="1037" name="Google Shape;1037;p46"/>
          <p:cNvSpPr/>
          <p:nvPr/>
        </p:nvSpPr>
        <p:spPr>
          <a:xfrm>
            <a:off x="7174475" y="933550"/>
            <a:ext cx="1538325" cy="1095150"/>
          </a:xfrm>
          <a:custGeom>
            <a:rect b="b" l="l" r="r" t="t"/>
            <a:pathLst>
              <a:path extrusionOk="0" h="43806" w="61533">
                <a:moveTo>
                  <a:pt x="59517" y="43806"/>
                </a:moveTo>
                <a:cubicBezTo>
                  <a:pt x="58963" y="39627"/>
                  <a:pt x="66114" y="26032"/>
                  <a:pt x="56194" y="18731"/>
                </a:cubicBezTo>
                <a:cubicBezTo>
                  <a:pt x="46275" y="11430"/>
                  <a:pt x="9366" y="3122"/>
                  <a:pt x="0" y="0"/>
                </a:cubicBezTo>
              </a:path>
            </a:pathLst>
          </a:custGeom>
          <a:noFill/>
          <a:ln cap="flat" cmpd="sng" w="9525">
            <a:solidFill>
              <a:schemeClr val="dk2"/>
            </a:solidFill>
            <a:prstDash val="solid"/>
            <a:round/>
            <a:headEnd len="med" w="med" type="none"/>
            <a:tailEnd len="med" w="med" type="stealth"/>
          </a:ln>
        </p:spPr>
      </p:sp>
      <p:sp>
        <p:nvSpPr>
          <p:cNvPr id="1038" name="Google Shape;1038;p46"/>
          <p:cNvSpPr/>
          <p:nvPr/>
        </p:nvSpPr>
        <p:spPr>
          <a:xfrm>
            <a:off x="8262100" y="601225"/>
            <a:ext cx="705450" cy="1993950"/>
          </a:xfrm>
          <a:custGeom>
            <a:rect b="b" l="l" r="r" t="t"/>
            <a:pathLst>
              <a:path extrusionOk="0" h="79758" w="28218">
                <a:moveTo>
                  <a:pt x="0" y="79758"/>
                </a:moveTo>
                <a:cubicBezTo>
                  <a:pt x="1108" y="77744"/>
                  <a:pt x="2114" y="71651"/>
                  <a:pt x="6646" y="67673"/>
                </a:cubicBezTo>
                <a:cubicBezTo>
                  <a:pt x="11178" y="63695"/>
                  <a:pt x="24119" y="67170"/>
                  <a:pt x="27190" y="55891"/>
                </a:cubicBezTo>
                <a:cubicBezTo>
                  <a:pt x="30262" y="44612"/>
                  <a:pt x="25428" y="9315"/>
                  <a:pt x="25075" y="0"/>
                </a:cubicBezTo>
              </a:path>
            </a:pathLst>
          </a:custGeom>
          <a:noFill/>
          <a:ln cap="flat" cmpd="sng" w="9525">
            <a:solidFill>
              <a:schemeClr val="dk2"/>
            </a:solidFill>
            <a:prstDash val="solid"/>
            <a:round/>
            <a:headEnd len="med" w="med" type="none"/>
            <a:tailEnd len="med" w="med" type="stealth"/>
          </a:ln>
        </p:spPr>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2" name="Shape 1042"/>
        <p:cNvGrpSpPr/>
        <p:nvPr/>
      </p:nvGrpSpPr>
      <p:grpSpPr>
        <a:xfrm>
          <a:off x="0" y="0"/>
          <a:ext cx="0" cy="0"/>
          <a:chOff x="0" y="0"/>
          <a:chExt cx="0" cy="0"/>
        </a:xfrm>
      </p:grpSpPr>
      <p:sp>
        <p:nvSpPr>
          <p:cNvPr id="1043" name="Google Shape;1043;p47"/>
          <p:cNvSpPr/>
          <p:nvPr/>
        </p:nvSpPr>
        <p:spPr>
          <a:xfrm>
            <a:off x="8342363" y="23969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4" name="Google Shape;1044;p47"/>
          <p:cNvSpPr/>
          <p:nvPr/>
        </p:nvSpPr>
        <p:spPr>
          <a:xfrm>
            <a:off x="7146600" y="23969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5" name="Google Shape;1045;p47"/>
          <p:cNvSpPr/>
          <p:nvPr/>
        </p:nvSpPr>
        <p:spPr>
          <a:xfrm>
            <a:off x="1974488" y="23969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6" name="Google Shape;1046;p47"/>
          <p:cNvSpPr/>
          <p:nvPr/>
        </p:nvSpPr>
        <p:spPr>
          <a:xfrm>
            <a:off x="2678913" y="31376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7" name="Google Shape;1047;p47"/>
          <p:cNvSpPr/>
          <p:nvPr/>
        </p:nvSpPr>
        <p:spPr>
          <a:xfrm>
            <a:off x="3722338" y="32383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8" name="Google Shape;1048;p47"/>
          <p:cNvSpPr/>
          <p:nvPr/>
        </p:nvSpPr>
        <p:spPr>
          <a:xfrm>
            <a:off x="4858275" y="3238363"/>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9" name="Google Shape;1049;p47"/>
          <p:cNvSpPr txBox="1"/>
          <p:nvPr/>
        </p:nvSpPr>
        <p:spPr>
          <a:xfrm>
            <a:off x="0" y="0"/>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Defense</a:t>
            </a:r>
            <a:endParaRPr sz="4120">
              <a:solidFill>
                <a:srgbClr val="CCCCCC"/>
              </a:solidFill>
              <a:latin typeface="Oswald"/>
              <a:ea typeface="Oswald"/>
              <a:cs typeface="Oswald"/>
              <a:sym typeface="Oswald"/>
            </a:endParaRPr>
          </a:p>
          <a:p>
            <a:pPr indent="0" lvl="0" marL="0" rtl="0" algn="l">
              <a:spcBef>
                <a:spcPts val="0"/>
              </a:spcBef>
              <a:spcAft>
                <a:spcPts val="0"/>
              </a:spcAft>
              <a:buNone/>
            </a:pPr>
            <a:r>
              <a:t/>
            </a:r>
            <a:endParaRPr sz="4120">
              <a:solidFill>
                <a:srgbClr val="CCCCCC"/>
              </a:solidFill>
              <a:latin typeface="Oswald"/>
              <a:ea typeface="Oswald"/>
              <a:cs typeface="Oswald"/>
              <a:sym typeface="Oswald"/>
            </a:endParaRPr>
          </a:p>
        </p:txBody>
      </p:sp>
      <p:sp>
        <p:nvSpPr>
          <p:cNvPr id="1050" name="Google Shape;1050;p47"/>
          <p:cNvSpPr/>
          <p:nvPr/>
        </p:nvSpPr>
        <p:spPr>
          <a:xfrm>
            <a:off x="6313288" y="3137650"/>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1" name="Google Shape;1051;p47"/>
          <p:cNvSpPr/>
          <p:nvPr/>
        </p:nvSpPr>
        <p:spPr>
          <a:xfrm>
            <a:off x="587013" y="23969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2" name="Google Shape;1052;p47"/>
          <p:cNvSpPr/>
          <p:nvPr/>
        </p:nvSpPr>
        <p:spPr>
          <a:xfrm>
            <a:off x="3573613" y="23497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3" name="Google Shape;1053;p47"/>
          <p:cNvSpPr/>
          <p:nvPr/>
        </p:nvSpPr>
        <p:spPr>
          <a:xfrm>
            <a:off x="5296763" y="239693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4" name="Google Shape;1054;p47"/>
          <p:cNvSpPr/>
          <p:nvPr/>
        </p:nvSpPr>
        <p:spPr>
          <a:xfrm>
            <a:off x="4397838" y="1416788"/>
            <a:ext cx="348300" cy="444000"/>
          </a:xfrm>
          <a:prstGeom prst="triangle">
            <a:avLst>
              <a:gd fmla="val 50000" name="adj"/>
            </a:avLst>
          </a:prstGeom>
          <a:solidFill>
            <a:schemeClr val="lt1"/>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055" name="Google Shape;1055;p47"/>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1056" name="Google Shape;1056;p47"/>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sp>
        <p:nvSpPr>
          <p:cNvPr id="1057" name="Google Shape;1057;p47"/>
          <p:cNvSpPr txBox="1"/>
          <p:nvPr/>
        </p:nvSpPr>
        <p:spPr>
          <a:xfrm>
            <a:off x="4255475" y="1860800"/>
            <a:ext cx="1389600" cy="17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12 yards</a:t>
            </a:r>
            <a:endParaRPr sz="1200">
              <a:solidFill>
                <a:schemeClr val="dk2"/>
              </a:solidFill>
            </a:endParaRPr>
          </a:p>
        </p:txBody>
      </p:sp>
      <p:sp>
        <p:nvSpPr>
          <p:cNvPr id="1058" name="Google Shape;1058;p47"/>
          <p:cNvSpPr txBox="1"/>
          <p:nvPr/>
        </p:nvSpPr>
        <p:spPr>
          <a:xfrm>
            <a:off x="427500" y="2963950"/>
            <a:ext cx="1389600" cy="17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7 x 1</a:t>
            </a:r>
            <a:endParaRPr sz="1200">
              <a:solidFill>
                <a:schemeClr val="dk2"/>
              </a:solidFill>
            </a:endParaRPr>
          </a:p>
        </p:txBody>
      </p:sp>
      <p:sp>
        <p:nvSpPr>
          <p:cNvPr id="1059" name="Google Shape;1059;p47"/>
          <p:cNvSpPr txBox="1"/>
          <p:nvPr/>
        </p:nvSpPr>
        <p:spPr>
          <a:xfrm>
            <a:off x="1916775" y="2902450"/>
            <a:ext cx="1389600" cy="17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7 x 1</a:t>
            </a:r>
            <a:endParaRPr sz="1200">
              <a:solidFill>
                <a:schemeClr val="dk2"/>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63" name="Shape 1063"/>
        <p:cNvGrpSpPr/>
        <p:nvPr/>
      </p:nvGrpSpPr>
      <p:grpSpPr>
        <a:xfrm>
          <a:off x="0" y="0"/>
          <a:ext cx="0" cy="0"/>
          <a:chOff x="0" y="0"/>
          <a:chExt cx="0" cy="0"/>
        </a:xfrm>
      </p:grpSpPr>
      <p:sp>
        <p:nvSpPr>
          <p:cNvPr id="1064" name="Google Shape;1064;p48"/>
          <p:cNvSpPr txBox="1"/>
          <p:nvPr/>
        </p:nvSpPr>
        <p:spPr>
          <a:xfrm>
            <a:off x="181275" y="7197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Slants Arrow</a:t>
            </a:r>
            <a:endParaRPr sz="4120">
              <a:solidFill>
                <a:srgbClr val="CCCCCC"/>
              </a:solidFill>
              <a:latin typeface="Oswald"/>
              <a:ea typeface="Oswald"/>
              <a:cs typeface="Oswald"/>
              <a:sym typeface="Oswald"/>
            </a:endParaRPr>
          </a:p>
        </p:txBody>
      </p:sp>
      <p:sp>
        <p:nvSpPr>
          <p:cNvPr id="1065" name="Google Shape;1065;p48"/>
          <p:cNvSpPr/>
          <p:nvPr/>
        </p:nvSpPr>
        <p:spPr>
          <a:xfrm>
            <a:off x="4444432" y="22162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48"/>
          <p:cNvSpPr/>
          <p:nvPr/>
        </p:nvSpPr>
        <p:spPr>
          <a:xfrm>
            <a:off x="5103472"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48"/>
          <p:cNvSpPr/>
          <p:nvPr/>
        </p:nvSpPr>
        <p:spPr>
          <a:xfrm>
            <a:off x="5860649"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48"/>
          <p:cNvSpPr/>
          <p:nvPr/>
        </p:nvSpPr>
        <p:spPr>
          <a:xfrm>
            <a:off x="2930077"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48"/>
          <p:cNvSpPr/>
          <p:nvPr/>
        </p:nvSpPr>
        <p:spPr>
          <a:xfrm>
            <a:off x="3687254" y="22162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48"/>
          <p:cNvSpPr/>
          <p:nvPr/>
        </p:nvSpPr>
        <p:spPr>
          <a:xfrm>
            <a:off x="2653905" y="2661880"/>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1071" name="Google Shape;1071;p48"/>
          <p:cNvSpPr/>
          <p:nvPr/>
        </p:nvSpPr>
        <p:spPr>
          <a:xfrm>
            <a:off x="1447943" y="2254821"/>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1072" name="Google Shape;1072;p48"/>
          <p:cNvSpPr/>
          <p:nvPr/>
        </p:nvSpPr>
        <p:spPr>
          <a:xfrm>
            <a:off x="8513608" y="2136401"/>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1073" name="Google Shape;1073;p48"/>
          <p:cNvSpPr/>
          <p:nvPr/>
        </p:nvSpPr>
        <p:spPr>
          <a:xfrm>
            <a:off x="4595792" y="3893134"/>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1074" name="Google Shape;1074;p48"/>
          <p:cNvSpPr/>
          <p:nvPr/>
        </p:nvSpPr>
        <p:spPr>
          <a:xfrm>
            <a:off x="5009487" y="3893135"/>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1075" name="Google Shape;1075;p48"/>
          <p:cNvSpPr/>
          <p:nvPr/>
        </p:nvSpPr>
        <p:spPr>
          <a:xfrm>
            <a:off x="434011" y="2254135"/>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1076" name="Google Shape;1076;p48"/>
          <p:cNvCxnSpPr/>
          <p:nvPr/>
        </p:nvCxnSpPr>
        <p:spPr>
          <a:xfrm flipH="1" rot="10800000">
            <a:off x="221050" y="7115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1077" name="Google Shape;1077;p48"/>
          <p:cNvPicPr preferRelativeResize="0"/>
          <p:nvPr/>
        </p:nvPicPr>
        <p:blipFill rotWithShape="1">
          <a:blip r:embed="rId3">
            <a:alphaModFix/>
          </a:blip>
          <a:srcRect b="67519" l="30670" r="30468" t="12480"/>
          <a:stretch/>
        </p:blipFill>
        <p:spPr>
          <a:xfrm>
            <a:off x="8067975" y="4521200"/>
            <a:ext cx="1017727" cy="572700"/>
          </a:xfrm>
          <a:prstGeom prst="rect">
            <a:avLst/>
          </a:prstGeom>
          <a:noFill/>
          <a:ln>
            <a:noFill/>
          </a:ln>
        </p:spPr>
      </p:pic>
      <p:sp>
        <p:nvSpPr>
          <p:cNvPr id="1078" name="Google Shape;1078;p48"/>
          <p:cNvSpPr/>
          <p:nvPr/>
        </p:nvSpPr>
        <p:spPr>
          <a:xfrm>
            <a:off x="8745475" y="646525"/>
            <a:ext cx="37775" cy="1351975"/>
          </a:xfrm>
          <a:custGeom>
            <a:rect b="b" l="l" r="r" t="t"/>
            <a:pathLst>
              <a:path extrusionOk="0" h="54079" w="1511">
                <a:moveTo>
                  <a:pt x="0" y="54079"/>
                </a:moveTo>
                <a:cubicBezTo>
                  <a:pt x="101" y="50756"/>
                  <a:pt x="352" y="43152"/>
                  <a:pt x="604" y="34139"/>
                </a:cubicBezTo>
                <a:cubicBezTo>
                  <a:pt x="856" y="25126"/>
                  <a:pt x="1360" y="5690"/>
                  <a:pt x="1511" y="0"/>
                </a:cubicBezTo>
              </a:path>
            </a:pathLst>
          </a:custGeom>
          <a:noFill/>
          <a:ln cap="flat" cmpd="sng" w="9525">
            <a:solidFill>
              <a:schemeClr val="dk2"/>
            </a:solidFill>
            <a:prstDash val="solid"/>
            <a:round/>
            <a:headEnd len="med" w="med" type="none"/>
            <a:tailEnd len="med" w="med" type="stealth"/>
          </a:ln>
        </p:spPr>
      </p:sp>
      <p:sp>
        <p:nvSpPr>
          <p:cNvPr id="1079" name="Google Shape;1079;p48"/>
          <p:cNvSpPr/>
          <p:nvPr/>
        </p:nvSpPr>
        <p:spPr>
          <a:xfrm>
            <a:off x="586455" y="1084600"/>
            <a:ext cx="1112175" cy="1072500"/>
          </a:xfrm>
          <a:custGeom>
            <a:rect b="b" l="l" r="r" t="t"/>
            <a:pathLst>
              <a:path extrusionOk="0" h="42900" w="44487">
                <a:moveTo>
                  <a:pt x="3099" y="42900"/>
                </a:moveTo>
                <a:cubicBezTo>
                  <a:pt x="3099" y="38620"/>
                  <a:pt x="-3799" y="24370"/>
                  <a:pt x="3099" y="17220"/>
                </a:cubicBezTo>
                <a:cubicBezTo>
                  <a:pt x="9997" y="10070"/>
                  <a:pt x="37590" y="2870"/>
                  <a:pt x="44488" y="0"/>
                </a:cubicBezTo>
              </a:path>
            </a:pathLst>
          </a:custGeom>
          <a:noFill/>
          <a:ln cap="flat" cmpd="sng" w="9525">
            <a:solidFill>
              <a:schemeClr val="dk2"/>
            </a:solidFill>
            <a:prstDash val="solid"/>
            <a:round/>
            <a:headEnd len="med" w="med" type="none"/>
            <a:tailEnd len="med" w="med" type="stealth"/>
          </a:ln>
        </p:spPr>
      </p:sp>
      <p:sp>
        <p:nvSpPr>
          <p:cNvPr id="1080" name="Google Shape;1080;p48"/>
          <p:cNvSpPr/>
          <p:nvPr/>
        </p:nvSpPr>
        <p:spPr>
          <a:xfrm>
            <a:off x="1625313" y="1371600"/>
            <a:ext cx="1191150" cy="777950"/>
          </a:xfrm>
          <a:custGeom>
            <a:rect b="b" l="l" r="r" t="t"/>
            <a:pathLst>
              <a:path extrusionOk="0" h="31118" w="47646">
                <a:moveTo>
                  <a:pt x="3538" y="31118"/>
                </a:moveTo>
                <a:cubicBezTo>
                  <a:pt x="3488" y="28752"/>
                  <a:pt x="-4116" y="22105"/>
                  <a:pt x="3235" y="16919"/>
                </a:cubicBezTo>
                <a:cubicBezTo>
                  <a:pt x="10586" y="11733"/>
                  <a:pt x="40244" y="2820"/>
                  <a:pt x="47646" y="0"/>
                </a:cubicBezTo>
              </a:path>
            </a:pathLst>
          </a:custGeom>
          <a:noFill/>
          <a:ln cap="flat" cmpd="sng" w="9525">
            <a:solidFill>
              <a:schemeClr val="dk2"/>
            </a:solidFill>
            <a:prstDash val="solid"/>
            <a:round/>
            <a:headEnd len="med" w="med" type="none"/>
            <a:tailEnd len="med" w="med" type="stealth"/>
          </a:ln>
        </p:spPr>
      </p:sp>
      <p:sp>
        <p:nvSpPr>
          <p:cNvPr id="1081" name="Google Shape;1081;p48"/>
          <p:cNvSpPr/>
          <p:nvPr/>
        </p:nvSpPr>
        <p:spPr>
          <a:xfrm>
            <a:off x="958475" y="2131928"/>
            <a:ext cx="1805150" cy="440550"/>
          </a:xfrm>
          <a:custGeom>
            <a:rect b="b" l="l" r="r" t="t"/>
            <a:pathLst>
              <a:path extrusionOk="0" h="17622" w="72206">
                <a:moveTo>
                  <a:pt x="72206" y="17623"/>
                </a:moveTo>
                <a:cubicBezTo>
                  <a:pt x="71451" y="17120"/>
                  <a:pt x="70947" y="17271"/>
                  <a:pt x="67674" y="14602"/>
                </a:cubicBezTo>
                <a:cubicBezTo>
                  <a:pt x="64401" y="11933"/>
                  <a:pt x="63847" y="4028"/>
                  <a:pt x="52568" y="1611"/>
                </a:cubicBezTo>
                <a:cubicBezTo>
                  <a:pt x="41289" y="-806"/>
                  <a:pt x="8761" y="353"/>
                  <a:pt x="0" y="101"/>
                </a:cubicBezTo>
              </a:path>
            </a:pathLst>
          </a:custGeom>
          <a:noFill/>
          <a:ln cap="flat" cmpd="sng" w="9525">
            <a:solidFill>
              <a:schemeClr val="dk2"/>
            </a:solidFill>
            <a:prstDash val="solid"/>
            <a:round/>
            <a:headEnd len="med" w="med" type="none"/>
            <a:tailEnd len="med" w="med" type="stealth"/>
          </a:ln>
        </p:spPr>
      </p:sp>
      <p:sp>
        <p:nvSpPr>
          <p:cNvPr id="1082" name="Google Shape;1082;p48"/>
          <p:cNvSpPr/>
          <p:nvPr/>
        </p:nvSpPr>
        <p:spPr>
          <a:xfrm>
            <a:off x="4773650" y="3126075"/>
            <a:ext cx="394650" cy="659925"/>
          </a:xfrm>
          <a:custGeom>
            <a:rect b="b" l="l" r="r" t="t"/>
            <a:pathLst>
              <a:path extrusionOk="0" h="26397" w="15786">
                <a:moveTo>
                  <a:pt x="15377" y="25526"/>
                </a:moveTo>
                <a:cubicBezTo>
                  <a:pt x="15018" y="24962"/>
                  <a:pt x="15787" y="26397"/>
                  <a:pt x="13224" y="22143"/>
                </a:cubicBezTo>
                <a:cubicBezTo>
                  <a:pt x="10661" y="17889"/>
                  <a:pt x="2204" y="3691"/>
                  <a:pt x="0" y="0"/>
                </a:cubicBezTo>
              </a:path>
            </a:pathLst>
          </a:custGeom>
          <a:noFill/>
          <a:ln cap="flat" cmpd="sng" w="9525">
            <a:solidFill>
              <a:schemeClr val="dk2"/>
            </a:solidFill>
            <a:prstDash val="solid"/>
            <a:round/>
            <a:headEnd len="med" w="med" type="none"/>
            <a:tailEnd len="med" w="med" type="diamond"/>
          </a:ln>
        </p:spPr>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86" name="Shape 1086"/>
        <p:cNvGrpSpPr/>
        <p:nvPr/>
      </p:nvGrpSpPr>
      <p:grpSpPr>
        <a:xfrm>
          <a:off x="0" y="0"/>
          <a:ext cx="0" cy="0"/>
          <a:chOff x="0" y="0"/>
          <a:chExt cx="0" cy="0"/>
        </a:xfrm>
      </p:grpSpPr>
      <p:sp>
        <p:nvSpPr>
          <p:cNvPr id="1087" name="Google Shape;1087;p49"/>
          <p:cNvSpPr txBox="1"/>
          <p:nvPr/>
        </p:nvSpPr>
        <p:spPr>
          <a:xfrm>
            <a:off x="119775" y="12577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Hook Out</a:t>
            </a:r>
            <a:endParaRPr sz="4120">
              <a:solidFill>
                <a:srgbClr val="CCCCCC"/>
              </a:solidFill>
              <a:latin typeface="Oswald"/>
              <a:ea typeface="Oswald"/>
              <a:cs typeface="Oswald"/>
              <a:sym typeface="Oswald"/>
            </a:endParaRPr>
          </a:p>
        </p:txBody>
      </p:sp>
      <p:sp>
        <p:nvSpPr>
          <p:cNvPr id="1088" name="Google Shape;1088;p49"/>
          <p:cNvSpPr/>
          <p:nvPr/>
        </p:nvSpPr>
        <p:spPr>
          <a:xfrm>
            <a:off x="4444432" y="2662166"/>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49"/>
          <p:cNvSpPr/>
          <p:nvPr/>
        </p:nvSpPr>
        <p:spPr>
          <a:xfrm>
            <a:off x="5103472"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49"/>
          <p:cNvSpPr/>
          <p:nvPr/>
        </p:nvSpPr>
        <p:spPr>
          <a:xfrm>
            <a:off x="5860649"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49"/>
          <p:cNvSpPr/>
          <p:nvPr/>
        </p:nvSpPr>
        <p:spPr>
          <a:xfrm>
            <a:off x="2930077"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49"/>
          <p:cNvSpPr/>
          <p:nvPr/>
        </p:nvSpPr>
        <p:spPr>
          <a:xfrm>
            <a:off x="3687254"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49"/>
          <p:cNvSpPr/>
          <p:nvPr/>
        </p:nvSpPr>
        <p:spPr>
          <a:xfrm>
            <a:off x="6519705" y="3154480"/>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1094" name="Google Shape;1094;p49"/>
          <p:cNvSpPr/>
          <p:nvPr/>
        </p:nvSpPr>
        <p:spPr>
          <a:xfrm>
            <a:off x="7429468" y="3159621"/>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1095" name="Google Shape;1095;p49"/>
          <p:cNvSpPr/>
          <p:nvPr/>
        </p:nvSpPr>
        <p:spPr>
          <a:xfrm>
            <a:off x="8513608" y="2582326"/>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1096" name="Google Shape;1096;p49"/>
          <p:cNvSpPr/>
          <p:nvPr/>
        </p:nvSpPr>
        <p:spPr>
          <a:xfrm>
            <a:off x="4595792" y="4339059"/>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1097" name="Google Shape;1097;p49"/>
          <p:cNvSpPr/>
          <p:nvPr/>
        </p:nvSpPr>
        <p:spPr>
          <a:xfrm>
            <a:off x="5009487" y="4339060"/>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1098" name="Google Shape;1098;p49"/>
          <p:cNvSpPr/>
          <p:nvPr/>
        </p:nvSpPr>
        <p:spPr>
          <a:xfrm>
            <a:off x="434011" y="2700060"/>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1099" name="Google Shape;1099;p49"/>
          <p:cNvCxnSpPr/>
          <p:nvPr/>
        </p:nvCxnSpPr>
        <p:spPr>
          <a:xfrm flipH="1" rot="10800000">
            <a:off x="159550" y="7653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1100" name="Google Shape;1100;p49"/>
          <p:cNvPicPr preferRelativeResize="0"/>
          <p:nvPr/>
        </p:nvPicPr>
        <p:blipFill rotWithShape="1">
          <a:blip r:embed="rId3">
            <a:alphaModFix/>
          </a:blip>
          <a:srcRect b="67519" l="30670" r="30468" t="12480"/>
          <a:stretch/>
        </p:blipFill>
        <p:spPr>
          <a:xfrm>
            <a:off x="8037200" y="4436625"/>
            <a:ext cx="1017727" cy="572700"/>
          </a:xfrm>
          <a:prstGeom prst="rect">
            <a:avLst/>
          </a:prstGeom>
          <a:noFill/>
          <a:ln>
            <a:noFill/>
          </a:ln>
        </p:spPr>
      </p:pic>
      <p:sp>
        <p:nvSpPr>
          <p:cNvPr id="1101" name="Google Shape;1101;p49"/>
          <p:cNvSpPr/>
          <p:nvPr/>
        </p:nvSpPr>
        <p:spPr>
          <a:xfrm>
            <a:off x="7444285" y="2080132"/>
            <a:ext cx="858300" cy="930600"/>
          </a:xfrm>
          <a:custGeom>
            <a:rect b="b" l="l" r="r" t="t"/>
            <a:pathLst>
              <a:path extrusionOk="0" h="37224" w="34332">
                <a:moveTo>
                  <a:pt x="4503" y="37225"/>
                </a:moveTo>
                <a:cubicBezTo>
                  <a:pt x="4042" y="31587"/>
                  <a:pt x="-3237" y="9445"/>
                  <a:pt x="1735" y="3397"/>
                </a:cubicBezTo>
                <a:cubicBezTo>
                  <a:pt x="6707" y="-2651"/>
                  <a:pt x="28900" y="1346"/>
                  <a:pt x="34333" y="936"/>
                </a:cubicBezTo>
              </a:path>
            </a:pathLst>
          </a:custGeom>
          <a:noFill/>
          <a:ln cap="flat" cmpd="sng" w="9525">
            <a:solidFill>
              <a:schemeClr val="dk2"/>
            </a:solidFill>
            <a:prstDash val="solid"/>
            <a:round/>
            <a:headEnd len="med" w="med" type="none"/>
            <a:tailEnd len="med" w="med" type="stealth"/>
          </a:ln>
        </p:spPr>
      </p:sp>
      <p:sp>
        <p:nvSpPr>
          <p:cNvPr id="1102" name="Google Shape;1102;p49"/>
          <p:cNvSpPr/>
          <p:nvPr/>
        </p:nvSpPr>
        <p:spPr>
          <a:xfrm>
            <a:off x="6672675" y="1636108"/>
            <a:ext cx="292150" cy="1459200"/>
          </a:xfrm>
          <a:custGeom>
            <a:rect b="b" l="l" r="r" t="t"/>
            <a:pathLst>
              <a:path extrusionOk="0" h="58368" w="11686">
                <a:moveTo>
                  <a:pt x="0" y="58369"/>
                </a:moveTo>
                <a:cubicBezTo>
                  <a:pt x="359" y="49041"/>
                  <a:pt x="205" y="10343"/>
                  <a:pt x="2153" y="2398"/>
                </a:cubicBezTo>
                <a:cubicBezTo>
                  <a:pt x="4101" y="-5546"/>
                  <a:pt x="10097" y="9318"/>
                  <a:pt x="11686" y="10702"/>
                </a:cubicBezTo>
              </a:path>
            </a:pathLst>
          </a:custGeom>
          <a:noFill/>
          <a:ln cap="flat" cmpd="sng" w="9525">
            <a:solidFill>
              <a:schemeClr val="dk2"/>
            </a:solidFill>
            <a:prstDash val="solid"/>
            <a:round/>
            <a:headEnd len="med" w="med" type="none"/>
            <a:tailEnd len="med" w="med" type="oval"/>
          </a:ln>
        </p:spPr>
      </p:sp>
      <p:sp>
        <p:nvSpPr>
          <p:cNvPr id="1103" name="Google Shape;1103;p49"/>
          <p:cNvSpPr/>
          <p:nvPr/>
        </p:nvSpPr>
        <p:spPr>
          <a:xfrm>
            <a:off x="7564525" y="365975"/>
            <a:ext cx="1194275" cy="2060475"/>
          </a:xfrm>
          <a:custGeom>
            <a:rect b="b" l="l" r="r" t="t"/>
            <a:pathLst>
              <a:path extrusionOk="0" h="82419" w="47771">
                <a:moveTo>
                  <a:pt x="46130" y="82419"/>
                </a:moveTo>
                <a:cubicBezTo>
                  <a:pt x="45720" y="75653"/>
                  <a:pt x="51358" y="55561"/>
                  <a:pt x="43670" y="41824"/>
                </a:cubicBezTo>
                <a:cubicBezTo>
                  <a:pt x="35982" y="28088"/>
                  <a:pt x="7278" y="6971"/>
                  <a:pt x="0" y="0"/>
                </a:cubicBezTo>
              </a:path>
            </a:pathLst>
          </a:custGeom>
          <a:noFill/>
          <a:ln cap="flat" cmpd="sng" w="9525">
            <a:solidFill>
              <a:schemeClr val="dk2"/>
            </a:solidFill>
            <a:prstDash val="solid"/>
            <a:round/>
            <a:headEnd len="med" w="med" type="none"/>
            <a:tailEnd len="med" w="med" type="stealth"/>
          </a:ln>
        </p:spPr>
      </p:sp>
      <p:sp>
        <p:nvSpPr>
          <p:cNvPr id="1104" name="Google Shape;1104;p49"/>
          <p:cNvSpPr/>
          <p:nvPr/>
        </p:nvSpPr>
        <p:spPr>
          <a:xfrm>
            <a:off x="565544" y="927225"/>
            <a:ext cx="1240400" cy="1583800"/>
          </a:xfrm>
          <a:custGeom>
            <a:rect b="b" l="l" r="r" t="t"/>
            <a:pathLst>
              <a:path extrusionOk="0" h="63352" w="49616">
                <a:moveTo>
                  <a:pt x="2564" y="63352"/>
                </a:moveTo>
                <a:cubicBezTo>
                  <a:pt x="2769" y="56740"/>
                  <a:pt x="-4048" y="34239"/>
                  <a:pt x="3794" y="23680"/>
                </a:cubicBezTo>
                <a:cubicBezTo>
                  <a:pt x="11636" y="13121"/>
                  <a:pt x="41979" y="3947"/>
                  <a:pt x="49616" y="0"/>
                </a:cubicBezTo>
              </a:path>
            </a:pathLst>
          </a:custGeom>
          <a:noFill/>
          <a:ln cap="flat" cmpd="sng" w="9525">
            <a:solidFill>
              <a:schemeClr val="dk2"/>
            </a:solidFill>
            <a:prstDash val="solid"/>
            <a:round/>
            <a:headEnd len="med" w="med" type="none"/>
            <a:tailEnd len="med" w="med" type="stealth"/>
          </a:ln>
        </p:spPr>
      </p:sp>
      <p:sp>
        <p:nvSpPr>
          <p:cNvPr id="1105" name="Google Shape;1105;p49"/>
          <p:cNvSpPr/>
          <p:nvPr/>
        </p:nvSpPr>
        <p:spPr>
          <a:xfrm>
            <a:off x="4727525" y="3572000"/>
            <a:ext cx="338300" cy="630450"/>
          </a:xfrm>
          <a:custGeom>
            <a:rect b="b" l="l" r="r" t="t"/>
            <a:pathLst>
              <a:path extrusionOk="0" h="25218" w="13532">
                <a:moveTo>
                  <a:pt x="13532" y="25218"/>
                </a:moveTo>
                <a:lnTo>
                  <a:pt x="0" y="0"/>
                </a:lnTo>
              </a:path>
            </a:pathLst>
          </a:custGeom>
          <a:noFill/>
          <a:ln cap="flat" cmpd="sng" w="9525">
            <a:solidFill>
              <a:schemeClr val="dk2"/>
            </a:solidFill>
            <a:prstDash val="solid"/>
            <a:round/>
            <a:headEnd len="med" w="med" type="none"/>
            <a:tailEnd len="med" w="med" type="oval"/>
          </a:ln>
        </p:spPr>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09" name="Shape 1109"/>
        <p:cNvGrpSpPr/>
        <p:nvPr/>
      </p:nvGrpSpPr>
      <p:grpSpPr>
        <a:xfrm>
          <a:off x="0" y="0"/>
          <a:ext cx="0" cy="0"/>
          <a:chOff x="0" y="0"/>
          <a:chExt cx="0" cy="0"/>
        </a:xfrm>
      </p:grpSpPr>
      <p:sp>
        <p:nvSpPr>
          <p:cNvPr id="1110" name="Google Shape;1110;p50"/>
          <p:cNvSpPr txBox="1"/>
          <p:nvPr/>
        </p:nvSpPr>
        <p:spPr>
          <a:xfrm>
            <a:off x="119775" y="12577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Arrow Hitch</a:t>
            </a:r>
            <a:endParaRPr sz="4120">
              <a:solidFill>
                <a:srgbClr val="CCCCCC"/>
              </a:solidFill>
              <a:latin typeface="Oswald"/>
              <a:ea typeface="Oswald"/>
              <a:cs typeface="Oswald"/>
              <a:sym typeface="Oswald"/>
            </a:endParaRPr>
          </a:p>
        </p:txBody>
      </p:sp>
      <p:sp>
        <p:nvSpPr>
          <p:cNvPr id="1111" name="Google Shape;1111;p50"/>
          <p:cNvSpPr/>
          <p:nvPr/>
        </p:nvSpPr>
        <p:spPr>
          <a:xfrm>
            <a:off x="4444432" y="2662166"/>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50"/>
          <p:cNvSpPr/>
          <p:nvPr/>
        </p:nvSpPr>
        <p:spPr>
          <a:xfrm>
            <a:off x="5103472"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50"/>
          <p:cNvSpPr/>
          <p:nvPr/>
        </p:nvSpPr>
        <p:spPr>
          <a:xfrm>
            <a:off x="5860649"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50"/>
          <p:cNvSpPr/>
          <p:nvPr/>
        </p:nvSpPr>
        <p:spPr>
          <a:xfrm>
            <a:off x="2930077"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50"/>
          <p:cNvSpPr/>
          <p:nvPr/>
        </p:nvSpPr>
        <p:spPr>
          <a:xfrm>
            <a:off x="3687254"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50"/>
          <p:cNvSpPr/>
          <p:nvPr/>
        </p:nvSpPr>
        <p:spPr>
          <a:xfrm>
            <a:off x="6519705" y="3154480"/>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1117" name="Google Shape;1117;p50"/>
          <p:cNvSpPr/>
          <p:nvPr/>
        </p:nvSpPr>
        <p:spPr>
          <a:xfrm>
            <a:off x="7429468" y="3159621"/>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1118" name="Google Shape;1118;p50"/>
          <p:cNvSpPr/>
          <p:nvPr/>
        </p:nvSpPr>
        <p:spPr>
          <a:xfrm>
            <a:off x="8513608" y="2582326"/>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1119" name="Google Shape;1119;p50"/>
          <p:cNvSpPr/>
          <p:nvPr/>
        </p:nvSpPr>
        <p:spPr>
          <a:xfrm>
            <a:off x="4595792" y="4339059"/>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1120" name="Google Shape;1120;p50"/>
          <p:cNvSpPr/>
          <p:nvPr/>
        </p:nvSpPr>
        <p:spPr>
          <a:xfrm>
            <a:off x="5009487" y="4339060"/>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1121" name="Google Shape;1121;p50"/>
          <p:cNvSpPr/>
          <p:nvPr/>
        </p:nvSpPr>
        <p:spPr>
          <a:xfrm>
            <a:off x="434011" y="2700060"/>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1122" name="Google Shape;1122;p50"/>
          <p:cNvCxnSpPr/>
          <p:nvPr/>
        </p:nvCxnSpPr>
        <p:spPr>
          <a:xfrm flipH="1" rot="10800000">
            <a:off x="159550" y="7653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1123" name="Google Shape;1123;p50"/>
          <p:cNvPicPr preferRelativeResize="0"/>
          <p:nvPr/>
        </p:nvPicPr>
        <p:blipFill rotWithShape="1">
          <a:blip r:embed="rId3">
            <a:alphaModFix/>
          </a:blip>
          <a:srcRect b="67519" l="30670" r="30468" t="12480"/>
          <a:stretch/>
        </p:blipFill>
        <p:spPr>
          <a:xfrm>
            <a:off x="8037200" y="4436625"/>
            <a:ext cx="1017727" cy="572700"/>
          </a:xfrm>
          <a:prstGeom prst="rect">
            <a:avLst/>
          </a:prstGeom>
          <a:noFill/>
          <a:ln>
            <a:noFill/>
          </a:ln>
        </p:spPr>
      </p:pic>
      <p:sp>
        <p:nvSpPr>
          <p:cNvPr id="1124" name="Google Shape;1124;p50"/>
          <p:cNvSpPr/>
          <p:nvPr/>
        </p:nvSpPr>
        <p:spPr>
          <a:xfrm>
            <a:off x="7564525" y="365975"/>
            <a:ext cx="1194275" cy="2060475"/>
          </a:xfrm>
          <a:custGeom>
            <a:rect b="b" l="l" r="r" t="t"/>
            <a:pathLst>
              <a:path extrusionOk="0" h="82419" w="47771">
                <a:moveTo>
                  <a:pt x="46130" y="82419"/>
                </a:moveTo>
                <a:cubicBezTo>
                  <a:pt x="45720" y="75653"/>
                  <a:pt x="51358" y="55561"/>
                  <a:pt x="43670" y="41824"/>
                </a:cubicBezTo>
                <a:cubicBezTo>
                  <a:pt x="35982" y="28088"/>
                  <a:pt x="7278" y="6971"/>
                  <a:pt x="0" y="0"/>
                </a:cubicBezTo>
              </a:path>
            </a:pathLst>
          </a:custGeom>
          <a:noFill/>
          <a:ln cap="flat" cmpd="sng" w="9525">
            <a:solidFill>
              <a:schemeClr val="dk2"/>
            </a:solidFill>
            <a:prstDash val="solid"/>
            <a:round/>
            <a:headEnd len="med" w="med" type="none"/>
            <a:tailEnd len="med" w="med" type="stealth"/>
          </a:ln>
        </p:spPr>
      </p:sp>
      <p:sp>
        <p:nvSpPr>
          <p:cNvPr id="1125" name="Google Shape;1125;p50"/>
          <p:cNvSpPr/>
          <p:nvPr/>
        </p:nvSpPr>
        <p:spPr>
          <a:xfrm>
            <a:off x="565544" y="927225"/>
            <a:ext cx="1240400" cy="1583800"/>
          </a:xfrm>
          <a:custGeom>
            <a:rect b="b" l="l" r="r" t="t"/>
            <a:pathLst>
              <a:path extrusionOk="0" h="63352" w="49616">
                <a:moveTo>
                  <a:pt x="2564" y="63352"/>
                </a:moveTo>
                <a:cubicBezTo>
                  <a:pt x="2769" y="56740"/>
                  <a:pt x="-4048" y="34239"/>
                  <a:pt x="3794" y="23680"/>
                </a:cubicBezTo>
                <a:cubicBezTo>
                  <a:pt x="11636" y="13121"/>
                  <a:pt x="41979" y="3947"/>
                  <a:pt x="49616" y="0"/>
                </a:cubicBezTo>
              </a:path>
            </a:pathLst>
          </a:custGeom>
          <a:noFill/>
          <a:ln cap="flat" cmpd="sng" w="9525">
            <a:solidFill>
              <a:schemeClr val="dk2"/>
            </a:solidFill>
            <a:prstDash val="solid"/>
            <a:round/>
            <a:headEnd len="med" w="med" type="none"/>
            <a:tailEnd len="med" w="med" type="stealth"/>
          </a:ln>
        </p:spPr>
      </p:sp>
      <p:sp>
        <p:nvSpPr>
          <p:cNvPr id="1126" name="Google Shape;1126;p50"/>
          <p:cNvSpPr/>
          <p:nvPr/>
        </p:nvSpPr>
        <p:spPr>
          <a:xfrm>
            <a:off x="4727525" y="3572000"/>
            <a:ext cx="338300" cy="630450"/>
          </a:xfrm>
          <a:custGeom>
            <a:rect b="b" l="l" r="r" t="t"/>
            <a:pathLst>
              <a:path extrusionOk="0" h="25218" w="13532">
                <a:moveTo>
                  <a:pt x="13532" y="25218"/>
                </a:moveTo>
                <a:lnTo>
                  <a:pt x="0" y="0"/>
                </a:lnTo>
              </a:path>
            </a:pathLst>
          </a:custGeom>
          <a:noFill/>
          <a:ln cap="flat" cmpd="sng" w="9525">
            <a:solidFill>
              <a:schemeClr val="dk2"/>
            </a:solidFill>
            <a:prstDash val="solid"/>
            <a:round/>
            <a:headEnd len="med" w="med" type="none"/>
            <a:tailEnd len="med" w="med" type="oval"/>
          </a:ln>
        </p:spPr>
      </p:sp>
      <p:sp>
        <p:nvSpPr>
          <p:cNvPr id="1127" name="Google Shape;1127;p50"/>
          <p:cNvSpPr/>
          <p:nvPr/>
        </p:nvSpPr>
        <p:spPr>
          <a:xfrm>
            <a:off x="7195475" y="1199063"/>
            <a:ext cx="435925" cy="1750175"/>
          </a:xfrm>
          <a:custGeom>
            <a:rect b="b" l="l" r="r" t="t"/>
            <a:pathLst>
              <a:path extrusionOk="0" h="70007" w="17437">
                <a:moveTo>
                  <a:pt x="17222" y="70007"/>
                </a:moveTo>
                <a:cubicBezTo>
                  <a:pt x="16966" y="58731"/>
                  <a:pt x="18555" y="11422"/>
                  <a:pt x="15685" y="2350"/>
                </a:cubicBezTo>
                <a:cubicBezTo>
                  <a:pt x="12815" y="-6722"/>
                  <a:pt x="2614" y="13370"/>
                  <a:pt x="0" y="15574"/>
                </a:cubicBezTo>
              </a:path>
            </a:pathLst>
          </a:custGeom>
          <a:noFill/>
          <a:ln cap="flat" cmpd="sng" w="9525">
            <a:solidFill>
              <a:schemeClr val="dk2"/>
            </a:solidFill>
            <a:prstDash val="solid"/>
            <a:round/>
            <a:headEnd len="med" w="med" type="none"/>
            <a:tailEnd len="med" w="med" type="oval"/>
          </a:ln>
        </p:spPr>
      </p:sp>
      <p:sp>
        <p:nvSpPr>
          <p:cNvPr id="1128" name="Google Shape;1128;p50"/>
          <p:cNvSpPr/>
          <p:nvPr/>
        </p:nvSpPr>
        <p:spPr>
          <a:xfrm>
            <a:off x="6741875" y="2457200"/>
            <a:ext cx="1568425" cy="568925"/>
          </a:xfrm>
          <a:custGeom>
            <a:rect b="b" l="l" r="r" t="t"/>
            <a:pathLst>
              <a:path extrusionOk="0" h="22757" w="62737">
                <a:moveTo>
                  <a:pt x="0" y="22757"/>
                </a:moveTo>
                <a:cubicBezTo>
                  <a:pt x="3127" y="19528"/>
                  <a:pt x="8304" y="7176"/>
                  <a:pt x="18760" y="3383"/>
                </a:cubicBezTo>
                <a:cubicBezTo>
                  <a:pt x="29216" y="-410"/>
                  <a:pt x="55408" y="564"/>
                  <a:pt x="62737" y="0"/>
                </a:cubicBezTo>
              </a:path>
            </a:pathLst>
          </a:custGeom>
          <a:noFill/>
          <a:ln cap="flat" cmpd="sng" w="9525">
            <a:solidFill>
              <a:schemeClr val="dk2"/>
            </a:solidFill>
            <a:prstDash val="solid"/>
            <a:round/>
            <a:headEnd len="med" w="med" type="none"/>
            <a:tailEnd len="med" w="med" type="stealth"/>
          </a:ln>
        </p:spPr>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32" name="Shape 1132"/>
        <p:cNvGrpSpPr/>
        <p:nvPr/>
      </p:nvGrpSpPr>
      <p:grpSpPr>
        <a:xfrm>
          <a:off x="0" y="0"/>
          <a:ext cx="0" cy="0"/>
          <a:chOff x="0" y="0"/>
          <a:chExt cx="0" cy="0"/>
        </a:xfrm>
      </p:grpSpPr>
      <p:sp>
        <p:nvSpPr>
          <p:cNvPr id="1133" name="Google Shape;1133;p51"/>
          <p:cNvSpPr txBox="1"/>
          <p:nvPr/>
        </p:nvSpPr>
        <p:spPr>
          <a:xfrm>
            <a:off x="119775" y="12577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Flip Swing Slant</a:t>
            </a:r>
            <a:endParaRPr sz="4120">
              <a:solidFill>
                <a:srgbClr val="CCCCCC"/>
              </a:solidFill>
              <a:latin typeface="Oswald"/>
              <a:ea typeface="Oswald"/>
              <a:cs typeface="Oswald"/>
              <a:sym typeface="Oswald"/>
            </a:endParaRPr>
          </a:p>
        </p:txBody>
      </p:sp>
      <p:sp>
        <p:nvSpPr>
          <p:cNvPr id="1134" name="Google Shape;1134;p51"/>
          <p:cNvSpPr/>
          <p:nvPr/>
        </p:nvSpPr>
        <p:spPr>
          <a:xfrm>
            <a:off x="4444432" y="2662166"/>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51"/>
          <p:cNvSpPr/>
          <p:nvPr/>
        </p:nvSpPr>
        <p:spPr>
          <a:xfrm>
            <a:off x="5103472"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51"/>
          <p:cNvSpPr/>
          <p:nvPr/>
        </p:nvSpPr>
        <p:spPr>
          <a:xfrm>
            <a:off x="5860649"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51"/>
          <p:cNvSpPr/>
          <p:nvPr/>
        </p:nvSpPr>
        <p:spPr>
          <a:xfrm>
            <a:off x="2930077"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51"/>
          <p:cNvSpPr/>
          <p:nvPr/>
        </p:nvSpPr>
        <p:spPr>
          <a:xfrm>
            <a:off x="3687254"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51"/>
          <p:cNvSpPr/>
          <p:nvPr/>
        </p:nvSpPr>
        <p:spPr>
          <a:xfrm>
            <a:off x="6519705" y="3154480"/>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1140" name="Google Shape;1140;p51"/>
          <p:cNvSpPr/>
          <p:nvPr/>
        </p:nvSpPr>
        <p:spPr>
          <a:xfrm>
            <a:off x="7429468" y="3159621"/>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1141" name="Google Shape;1141;p51"/>
          <p:cNvSpPr/>
          <p:nvPr/>
        </p:nvSpPr>
        <p:spPr>
          <a:xfrm>
            <a:off x="8513608" y="2582326"/>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1142" name="Google Shape;1142;p51"/>
          <p:cNvSpPr/>
          <p:nvPr/>
        </p:nvSpPr>
        <p:spPr>
          <a:xfrm>
            <a:off x="4595792" y="4339059"/>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1143" name="Google Shape;1143;p51"/>
          <p:cNvSpPr/>
          <p:nvPr/>
        </p:nvSpPr>
        <p:spPr>
          <a:xfrm>
            <a:off x="4079187" y="4339060"/>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1144" name="Google Shape;1144;p51"/>
          <p:cNvSpPr/>
          <p:nvPr/>
        </p:nvSpPr>
        <p:spPr>
          <a:xfrm>
            <a:off x="434011" y="2700060"/>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1145" name="Google Shape;1145;p51"/>
          <p:cNvCxnSpPr/>
          <p:nvPr/>
        </p:nvCxnSpPr>
        <p:spPr>
          <a:xfrm flipH="1" rot="10800000">
            <a:off x="159550" y="7653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1146" name="Google Shape;1146;p51"/>
          <p:cNvPicPr preferRelativeResize="0"/>
          <p:nvPr/>
        </p:nvPicPr>
        <p:blipFill rotWithShape="1">
          <a:blip r:embed="rId3">
            <a:alphaModFix/>
          </a:blip>
          <a:srcRect b="67519" l="30670" r="30468" t="12480"/>
          <a:stretch/>
        </p:blipFill>
        <p:spPr>
          <a:xfrm>
            <a:off x="8037200" y="4436625"/>
            <a:ext cx="1017727" cy="572700"/>
          </a:xfrm>
          <a:prstGeom prst="rect">
            <a:avLst/>
          </a:prstGeom>
          <a:noFill/>
          <a:ln>
            <a:noFill/>
          </a:ln>
        </p:spPr>
      </p:pic>
      <p:sp>
        <p:nvSpPr>
          <p:cNvPr id="1147" name="Google Shape;1147;p51"/>
          <p:cNvSpPr/>
          <p:nvPr/>
        </p:nvSpPr>
        <p:spPr>
          <a:xfrm>
            <a:off x="7195475" y="1199063"/>
            <a:ext cx="435925" cy="1750175"/>
          </a:xfrm>
          <a:custGeom>
            <a:rect b="b" l="l" r="r" t="t"/>
            <a:pathLst>
              <a:path extrusionOk="0" h="70007" w="17437">
                <a:moveTo>
                  <a:pt x="17222" y="70007"/>
                </a:moveTo>
                <a:cubicBezTo>
                  <a:pt x="16966" y="58731"/>
                  <a:pt x="18555" y="11422"/>
                  <a:pt x="15685" y="2350"/>
                </a:cubicBezTo>
                <a:cubicBezTo>
                  <a:pt x="12815" y="-6722"/>
                  <a:pt x="2614" y="13370"/>
                  <a:pt x="0" y="15574"/>
                </a:cubicBezTo>
              </a:path>
            </a:pathLst>
          </a:custGeom>
          <a:noFill/>
          <a:ln cap="flat" cmpd="sng" w="9525">
            <a:solidFill>
              <a:schemeClr val="dk2"/>
            </a:solidFill>
            <a:prstDash val="solid"/>
            <a:round/>
            <a:headEnd len="med" w="med" type="none"/>
            <a:tailEnd len="med" w="med" type="oval"/>
          </a:ln>
        </p:spPr>
      </p:sp>
      <p:sp>
        <p:nvSpPr>
          <p:cNvPr id="1148" name="Google Shape;1148;p51"/>
          <p:cNvSpPr/>
          <p:nvPr/>
        </p:nvSpPr>
        <p:spPr>
          <a:xfrm>
            <a:off x="534089" y="1357775"/>
            <a:ext cx="1825425" cy="1137875"/>
          </a:xfrm>
          <a:custGeom>
            <a:rect b="b" l="l" r="r" t="t"/>
            <a:pathLst>
              <a:path extrusionOk="0" h="45515" w="73017">
                <a:moveTo>
                  <a:pt x="5359" y="45515"/>
                </a:moveTo>
                <a:cubicBezTo>
                  <a:pt x="5462" y="44797"/>
                  <a:pt x="6077" y="44592"/>
                  <a:pt x="5974" y="41209"/>
                </a:cubicBezTo>
                <a:cubicBezTo>
                  <a:pt x="5872" y="37826"/>
                  <a:pt x="-6430" y="32085"/>
                  <a:pt x="4744" y="25217"/>
                </a:cubicBezTo>
                <a:cubicBezTo>
                  <a:pt x="15918" y="18349"/>
                  <a:pt x="61638" y="4203"/>
                  <a:pt x="73017" y="0"/>
                </a:cubicBezTo>
              </a:path>
            </a:pathLst>
          </a:custGeom>
          <a:noFill/>
          <a:ln cap="flat" cmpd="sng" w="9525">
            <a:solidFill>
              <a:schemeClr val="dk2"/>
            </a:solidFill>
            <a:prstDash val="solid"/>
            <a:round/>
            <a:headEnd len="med" w="med" type="none"/>
            <a:tailEnd len="med" w="med" type="stealth"/>
          </a:ln>
        </p:spPr>
      </p:sp>
      <p:sp>
        <p:nvSpPr>
          <p:cNvPr id="1149" name="Google Shape;1149;p51"/>
          <p:cNvSpPr/>
          <p:nvPr/>
        </p:nvSpPr>
        <p:spPr>
          <a:xfrm>
            <a:off x="1098625" y="4294725"/>
            <a:ext cx="2998275" cy="338275"/>
          </a:xfrm>
          <a:custGeom>
            <a:rect b="b" l="l" r="r" t="t"/>
            <a:pathLst>
              <a:path extrusionOk="0" h="13531" w="119931">
                <a:moveTo>
                  <a:pt x="116863" y="13531"/>
                </a:moveTo>
                <a:cubicBezTo>
                  <a:pt x="115940" y="13326"/>
                  <a:pt x="126909" y="12814"/>
                  <a:pt x="111327" y="12301"/>
                </a:cubicBezTo>
                <a:cubicBezTo>
                  <a:pt x="95745" y="11789"/>
                  <a:pt x="41928" y="12506"/>
                  <a:pt x="23373" y="10456"/>
                </a:cubicBezTo>
                <a:cubicBezTo>
                  <a:pt x="4819" y="8406"/>
                  <a:pt x="3896" y="1743"/>
                  <a:pt x="0" y="0"/>
                </a:cubicBezTo>
              </a:path>
            </a:pathLst>
          </a:custGeom>
          <a:noFill/>
          <a:ln cap="flat" cmpd="sng" w="9525">
            <a:solidFill>
              <a:schemeClr val="dk2"/>
            </a:solidFill>
            <a:prstDash val="solid"/>
            <a:round/>
            <a:headEnd len="med" w="med" type="none"/>
            <a:tailEnd len="med" w="med" type="stealth"/>
          </a:ln>
        </p:spPr>
      </p:sp>
      <p:sp>
        <p:nvSpPr>
          <p:cNvPr id="1150" name="Google Shape;1150;p51"/>
          <p:cNvSpPr/>
          <p:nvPr/>
        </p:nvSpPr>
        <p:spPr>
          <a:xfrm>
            <a:off x="6672675" y="2557150"/>
            <a:ext cx="57650" cy="461300"/>
          </a:xfrm>
          <a:custGeom>
            <a:rect b="b" l="l" r="r" t="t"/>
            <a:pathLst>
              <a:path extrusionOk="0" h="18452" w="2306">
                <a:moveTo>
                  <a:pt x="0" y="18452"/>
                </a:moveTo>
                <a:cubicBezTo>
                  <a:pt x="359" y="17068"/>
                  <a:pt x="1846" y="13224"/>
                  <a:pt x="2153" y="10149"/>
                </a:cubicBezTo>
                <a:cubicBezTo>
                  <a:pt x="2461" y="7074"/>
                  <a:pt x="1896" y="1692"/>
                  <a:pt x="1845" y="0"/>
                </a:cubicBezTo>
              </a:path>
            </a:pathLst>
          </a:custGeom>
          <a:noFill/>
          <a:ln cap="flat" cmpd="sng" w="9525">
            <a:solidFill>
              <a:schemeClr val="dk2"/>
            </a:solidFill>
            <a:prstDash val="solid"/>
            <a:round/>
            <a:headEnd len="med" w="med" type="none"/>
            <a:tailEnd len="med" w="med" type="oval"/>
          </a:ln>
        </p:spPr>
      </p:sp>
      <p:sp>
        <p:nvSpPr>
          <p:cNvPr id="1151" name="Google Shape;1151;p51"/>
          <p:cNvSpPr/>
          <p:nvPr/>
        </p:nvSpPr>
        <p:spPr>
          <a:xfrm>
            <a:off x="8247400" y="698463"/>
            <a:ext cx="435925" cy="1750175"/>
          </a:xfrm>
          <a:custGeom>
            <a:rect b="b" l="l" r="r" t="t"/>
            <a:pathLst>
              <a:path extrusionOk="0" h="70007" w="17437">
                <a:moveTo>
                  <a:pt x="17222" y="70007"/>
                </a:moveTo>
                <a:cubicBezTo>
                  <a:pt x="16966" y="58731"/>
                  <a:pt x="18555" y="11422"/>
                  <a:pt x="15685" y="2350"/>
                </a:cubicBezTo>
                <a:cubicBezTo>
                  <a:pt x="12815" y="-6722"/>
                  <a:pt x="2614" y="13370"/>
                  <a:pt x="0" y="15574"/>
                </a:cubicBezTo>
              </a:path>
            </a:pathLst>
          </a:custGeom>
          <a:noFill/>
          <a:ln cap="flat" cmpd="sng" w="9525">
            <a:solidFill>
              <a:schemeClr val="dk2"/>
            </a:solidFill>
            <a:prstDash val="solid"/>
            <a:round/>
            <a:headEnd len="med" w="med" type="none"/>
            <a:tailEnd len="med" w="med" type="oval"/>
          </a:ln>
        </p:spPr>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55" name="Shape 1155"/>
        <p:cNvGrpSpPr/>
        <p:nvPr/>
      </p:nvGrpSpPr>
      <p:grpSpPr>
        <a:xfrm>
          <a:off x="0" y="0"/>
          <a:ext cx="0" cy="0"/>
          <a:chOff x="0" y="0"/>
          <a:chExt cx="0" cy="0"/>
        </a:xfrm>
      </p:grpSpPr>
      <p:sp>
        <p:nvSpPr>
          <p:cNvPr id="1156" name="Google Shape;1156;p52"/>
          <p:cNvSpPr txBox="1"/>
          <p:nvPr/>
        </p:nvSpPr>
        <p:spPr>
          <a:xfrm>
            <a:off x="119775" y="12577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Flip 22 Zone</a:t>
            </a:r>
            <a:endParaRPr sz="4120">
              <a:solidFill>
                <a:srgbClr val="CCCCCC"/>
              </a:solidFill>
              <a:latin typeface="Oswald"/>
              <a:ea typeface="Oswald"/>
              <a:cs typeface="Oswald"/>
              <a:sym typeface="Oswald"/>
            </a:endParaRPr>
          </a:p>
        </p:txBody>
      </p:sp>
      <p:sp>
        <p:nvSpPr>
          <p:cNvPr id="1157" name="Google Shape;1157;p52"/>
          <p:cNvSpPr/>
          <p:nvPr/>
        </p:nvSpPr>
        <p:spPr>
          <a:xfrm>
            <a:off x="4444432" y="2662166"/>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52"/>
          <p:cNvSpPr/>
          <p:nvPr/>
        </p:nvSpPr>
        <p:spPr>
          <a:xfrm>
            <a:off x="5103472"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52"/>
          <p:cNvSpPr/>
          <p:nvPr/>
        </p:nvSpPr>
        <p:spPr>
          <a:xfrm>
            <a:off x="5860649"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52"/>
          <p:cNvSpPr/>
          <p:nvPr/>
        </p:nvSpPr>
        <p:spPr>
          <a:xfrm>
            <a:off x="2930077"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52"/>
          <p:cNvSpPr/>
          <p:nvPr/>
        </p:nvSpPr>
        <p:spPr>
          <a:xfrm>
            <a:off x="3687254"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52"/>
          <p:cNvSpPr/>
          <p:nvPr/>
        </p:nvSpPr>
        <p:spPr>
          <a:xfrm>
            <a:off x="6519705" y="3154480"/>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1163" name="Google Shape;1163;p52"/>
          <p:cNvSpPr/>
          <p:nvPr/>
        </p:nvSpPr>
        <p:spPr>
          <a:xfrm>
            <a:off x="7429468" y="3159621"/>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1164" name="Google Shape;1164;p52"/>
          <p:cNvSpPr/>
          <p:nvPr/>
        </p:nvSpPr>
        <p:spPr>
          <a:xfrm>
            <a:off x="8513608" y="2582326"/>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1165" name="Google Shape;1165;p52"/>
          <p:cNvSpPr/>
          <p:nvPr/>
        </p:nvSpPr>
        <p:spPr>
          <a:xfrm>
            <a:off x="4595792" y="4339059"/>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1166" name="Google Shape;1166;p52"/>
          <p:cNvSpPr/>
          <p:nvPr/>
        </p:nvSpPr>
        <p:spPr>
          <a:xfrm>
            <a:off x="4079187" y="4339060"/>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1167" name="Google Shape;1167;p52"/>
          <p:cNvSpPr/>
          <p:nvPr/>
        </p:nvSpPr>
        <p:spPr>
          <a:xfrm>
            <a:off x="434011" y="2700060"/>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1168" name="Google Shape;1168;p52"/>
          <p:cNvCxnSpPr/>
          <p:nvPr/>
        </p:nvCxnSpPr>
        <p:spPr>
          <a:xfrm flipH="1" rot="10800000">
            <a:off x="159550" y="7653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1169" name="Google Shape;1169;p52"/>
          <p:cNvPicPr preferRelativeResize="0"/>
          <p:nvPr/>
        </p:nvPicPr>
        <p:blipFill rotWithShape="1">
          <a:blip r:embed="rId3">
            <a:alphaModFix/>
          </a:blip>
          <a:srcRect b="67519" l="30670" r="30468" t="12480"/>
          <a:stretch/>
        </p:blipFill>
        <p:spPr>
          <a:xfrm>
            <a:off x="8037200" y="4436625"/>
            <a:ext cx="1017727" cy="572700"/>
          </a:xfrm>
          <a:prstGeom prst="rect">
            <a:avLst/>
          </a:prstGeom>
          <a:noFill/>
          <a:ln>
            <a:noFill/>
          </a:ln>
        </p:spPr>
      </p:pic>
      <p:sp>
        <p:nvSpPr>
          <p:cNvPr id="1170" name="Google Shape;1170;p52"/>
          <p:cNvSpPr/>
          <p:nvPr/>
        </p:nvSpPr>
        <p:spPr>
          <a:xfrm>
            <a:off x="4343100" y="3402875"/>
            <a:ext cx="738100" cy="845700"/>
          </a:xfrm>
          <a:custGeom>
            <a:rect b="b" l="l" r="r" t="t"/>
            <a:pathLst>
              <a:path extrusionOk="0" h="33828" w="29524">
                <a:moveTo>
                  <a:pt x="0" y="33828"/>
                </a:moveTo>
                <a:cubicBezTo>
                  <a:pt x="3332" y="31727"/>
                  <a:pt x="15069" y="26857"/>
                  <a:pt x="19990" y="21219"/>
                </a:cubicBezTo>
                <a:cubicBezTo>
                  <a:pt x="24911" y="15581"/>
                  <a:pt x="27935" y="3537"/>
                  <a:pt x="29524" y="0"/>
                </a:cubicBezTo>
              </a:path>
            </a:pathLst>
          </a:custGeom>
          <a:noFill/>
          <a:ln cap="flat" cmpd="sng" w="9525">
            <a:solidFill>
              <a:schemeClr val="dk2"/>
            </a:solidFill>
            <a:prstDash val="solid"/>
            <a:round/>
            <a:headEnd len="med" w="med" type="none"/>
            <a:tailEnd len="med" w="med" type="stealth"/>
          </a:ln>
        </p:spPr>
      </p:sp>
      <p:sp>
        <p:nvSpPr>
          <p:cNvPr id="1171" name="Google Shape;1171;p52"/>
          <p:cNvSpPr/>
          <p:nvPr/>
        </p:nvSpPr>
        <p:spPr>
          <a:xfrm>
            <a:off x="2897700" y="3395175"/>
            <a:ext cx="3536650" cy="7700"/>
          </a:xfrm>
          <a:custGeom>
            <a:rect b="b" l="l" r="r" t="t"/>
            <a:pathLst>
              <a:path extrusionOk="0" h="308" w="141466">
                <a:moveTo>
                  <a:pt x="141466" y="0"/>
                </a:moveTo>
                <a:lnTo>
                  <a:pt x="0" y="308"/>
                </a:lnTo>
              </a:path>
            </a:pathLst>
          </a:custGeom>
          <a:noFill/>
          <a:ln cap="flat" cmpd="sng" w="9525">
            <a:solidFill>
              <a:schemeClr val="dk2"/>
            </a:solidFill>
            <a:prstDash val="solid"/>
            <a:round/>
            <a:headEnd len="med" w="med" type="none"/>
            <a:tailEnd len="med" w="med" type="oval"/>
          </a:ln>
        </p:spPr>
      </p:sp>
      <p:sp>
        <p:nvSpPr>
          <p:cNvPr id="1172" name="Google Shape;1172;p52"/>
          <p:cNvSpPr/>
          <p:nvPr/>
        </p:nvSpPr>
        <p:spPr>
          <a:xfrm>
            <a:off x="7010975" y="2095850"/>
            <a:ext cx="540075" cy="1083225"/>
          </a:xfrm>
          <a:custGeom>
            <a:rect b="b" l="l" r="r" t="t"/>
            <a:pathLst>
              <a:path extrusionOk="0" h="43329" w="21603">
                <a:moveTo>
                  <a:pt x="21527" y="42132"/>
                </a:moveTo>
                <a:cubicBezTo>
                  <a:pt x="21117" y="41671"/>
                  <a:pt x="22655" y="46386"/>
                  <a:pt x="19067" y="39364"/>
                </a:cubicBezTo>
                <a:cubicBezTo>
                  <a:pt x="15479" y="32342"/>
                  <a:pt x="3178" y="6561"/>
                  <a:pt x="0" y="0"/>
                </a:cubicBezTo>
              </a:path>
            </a:pathLst>
          </a:custGeom>
          <a:noFill/>
          <a:ln cap="flat" cmpd="sng" w="9525">
            <a:solidFill>
              <a:schemeClr val="dk2"/>
            </a:solidFill>
            <a:prstDash val="solid"/>
            <a:round/>
            <a:headEnd len="med" w="med" type="none"/>
            <a:tailEnd len="med" w="med" type="oval"/>
          </a:ln>
        </p:spPr>
      </p:sp>
      <p:sp>
        <p:nvSpPr>
          <p:cNvPr id="1173" name="Google Shape;1173;p52"/>
          <p:cNvSpPr/>
          <p:nvPr/>
        </p:nvSpPr>
        <p:spPr>
          <a:xfrm>
            <a:off x="8037200" y="1488525"/>
            <a:ext cx="540075" cy="1083225"/>
          </a:xfrm>
          <a:custGeom>
            <a:rect b="b" l="l" r="r" t="t"/>
            <a:pathLst>
              <a:path extrusionOk="0" h="43329" w="21603">
                <a:moveTo>
                  <a:pt x="21527" y="42132"/>
                </a:moveTo>
                <a:cubicBezTo>
                  <a:pt x="21117" y="41671"/>
                  <a:pt x="22655" y="46386"/>
                  <a:pt x="19067" y="39364"/>
                </a:cubicBezTo>
                <a:cubicBezTo>
                  <a:pt x="15479" y="32342"/>
                  <a:pt x="3178" y="6561"/>
                  <a:pt x="0" y="0"/>
                </a:cubicBezTo>
              </a:path>
            </a:pathLst>
          </a:custGeom>
          <a:noFill/>
          <a:ln cap="flat" cmpd="sng" w="9525">
            <a:solidFill>
              <a:schemeClr val="dk2"/>
            </a:solidFill>
            <a:prstDash val="solid"/>
            <a:round/>
            <a:headEnd len="med" w="med" type="none"/>
            <a:tailEnd len="med" w="med" type="oval"/>
          </a:ln>
        </p:spPr>
      </p:sp>
      <p:sp>
        <p:nvSpPr>
          <p:cNvPr id="1174" name="Google Shape;1174;p52"/>
          <p:cNvSpPr/>
          <p:nvPr/>
        </p:nvSpPr>
        <p:spPr>
          <a:xfrm rot="3071661">
            <a:off x="860902" y="1570666"/>
            <a:ext cx="540092" cy="1083258"/>
          </a:xfrm>
          <a:custGeom>
            <a:rect b="b" l="l" r="r" t="t"/>
            <a:pathLst>
              <a:path extrusionOk="0" h="43329" w="21603">
                <a:moveTo>
                  <a:pt x="21527" y="42132"/>
                </a:moveTo>
                <a:cubicBezTo>
                  <a:pt x="21117" y="41671"/>
                  <a:pt x="22655" y="46386"/>
                  <a:pt x="19067" y="39364"/>
                </a:cubicBezTo>
                <a:cubicBezTo>
                  <a:pt x="15479" y="32342"/>
                  <a:pt x="3178" y="6561"/>
                  <a:pt x="0" y="0"/>
                </a:cubicBezTo>
              </a:path>
            </a:pathLst>
          </a:custGeom>
          <a:noFill/>
          <a:ln cap="flat" cmpd="sng" w="9525">
            <a:solidFill>
              <a:schemeClr val="dk2"/>
            </a:solidFill>
            <a:prstDash val="solid"/>
            <a:round/>
            <a:headEnd len="med" w="med" type="none"/>
            <a:tailEnd len="med" w="med" type="oval"/>
          </a:ln>
        </p:spPr>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78" name="Shape 1178"/>
        <p:cNvGrpSpPr/>
        <p:nvPr/>
      </p:nvGrpSpPr>
      <p:grpSpPr>
        <a:xfrm>
          <a:off x="0" y="0"/>
          <a:ext cx="0" cy="0"/>
          <a:chOff x="0" y="0"/>
          <a:chExt cx="0" cy="0"/>
        </a:xfrm>
      </p:grpSpPr>
      <p:sp>
        <p:nvSpPr>
          <p:cNvPr id="1179" name="Google Shape;1179;p53"/>
          <p:cNvSpPr txBox="1"/>
          <p:nvPr/>
        </p:nvSpPr>
        <p:spPr>
          <a:xfrm>
            <a:off x="119775" y="12577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Flip Beast 26</a:t>
            </a:r>
            <a:endParaRPr sz="4120">
              <a:solidFill>
                <a:srgbClr val="CCCCCC"/>
              </a:solidFill>
              <a:latin typeface="Oswald"/>
              <a:ea typeface="Oswald"/>
              <a:cs typeface="Oswald"/>
              <a:sym typeface="Oswald"/>
            </a:endParaRPr>
          </a:p>
        </p:txBody>
      </p:sp>
      <p:sp>
        <p:nvSpPr>
          <p:cNvPr id="1180" name="Google Shape;1180;p53"/>
          <p:cNvSpPr/>
          <p:nvPr/>
        </p:nvSpPr>
        <p:spPr>
          <a:xfrm>
            <a:off x="4444432" y="2662166"/>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53"/>
          <p:cNvSpPr/>
          <p:nvPr/>
        </p:nvSpPr>
        <p:spPr>
          <a:xfrm>
            <a:off x="5103472"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53"/>
          <p:cNvSpPr/>
          <p:nvPr/>
        </p:nvSpPr>
        <p:spPr>
          <a:xfrm>
            <a:off x="5860649"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53"/>
          <p:cNvSpPr/>
          <p:nvPr/>
        </p:nvSpPr>
        <p:spPr>
          <a:xfrm>
            <a:off x="2930077"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53"/>
          <p:cNvSpPr/>
          <p:nvPr/>
        </p:nvSpPr>
        <p:spPr>
          <a:xfrm>
            <a:off x="3687254"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53"/>
          <p:cNvSpPr/>
          <p:nvPr/>
        </p:nvSpPr>
        <p:spPr>
          <a:xfrm>
            <a:off x="6943280" y="31485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1186" name="Google Shape;1186;p53"/>
          <p:cNvSpPr/>
          <p:nvPr/>
        </p:nvSpPr>
        <p:spPr>
          <a:xfrm>
            <a:off x="7429468" y="3159621"/>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1187" name="Google Shape;1187;p53"/>
          <p:cNvSpPr/>
          <p:nvPr/>
        </p:nvSpPr>
        <p:spPr>
          <a:xfrm>
            <a:off x="7933883" y="2739626"/>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1188" name="Google Shape;1188;p53"/>
          <p:cNvSpPr/>
          <p:nvPr/>
        </p:nvSpPr>
        <p:spPr>
          <a:xfrm>
            <a:off x="4595792" y="4339059"/>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1189" name="Google Shape;1189;p53"/>
          <p:cNvSpPr/>
          <p:nvPr/>
        </p:nvSpPr>
        <p:spPr>
          <a:xfrm>
            <a:off x="4079187" y="4339060"/>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1190" name="Google Shape;1190;p53"/>
          <p:cNvSpPr/>
          <p:nvPr/>
        </p:nvSpPr>
        <p:spPr>
          <a:xfrm>
            <a:off x="6562448" y="2662310"/>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1191" name="Google Shape;1191;p53"/>
          <p:cNvCxnSpPr/>
          <p:nvPr/>
        </p:nvCxnSpPr>
        <p:spPr>
          <a:xfrm flipH="1" rot="10800000">
            <a:off x="159550" y="7653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1192" name="Google Shape;1192;p53"/>
          <p:cNvPicPr preferRelativeResize="0"/>
          <p:nvPr/>
        </p:nvPicPr>
        <p:blipFill rotWithShape="1">
          <a:blip r:embed="rId3">
            <a:alphaModFix/>
          </a:blip>
          <a:srcRect b="67519" l="30670" r="30468" t="12480"/>
          <a:stretch/>
        </p:blipFill>
        <p:spPr>
          <a:xfrm>
            <a:off x="8037200" y="4436625"/>
            <a:ext cx="1017727" cy="572700"/>
          </a:xfrm>
          <a:prstGeom prst="rect">
            <a:avLst/>
          </a:prstGeom>
          <a:noFill/>
          <a:ln>
            <a:noFill/>
          </a:ln>
        </p:spPr>
      </p:pic>
      <p:sp>
        <p:nvSpPr>
          <p:cNvPr id="1193" name="Google Shape;1193;p53"/>
          <p:cNvSpPr/>
          <p:nvPr/>
        </p:nvSpPr>
        <p:spPr>
          <a:xfrm>
            <a:off x="4343100" y="3402875"/>
            <a:ext cx="738100" cy="845700"/>
          </a:xfrm>
          <a:custGeom>
            <a:rect b="b" l="l" r="r" t="t"/>
            <a:pathLst>
              <a:path extrusionOk="0" h="33828" w="29524">
                <a:moveTo>
                  <a:pt x="0" y="33828"/>
                </a:moveTo>
                <a:cubicBezTo>
                  <a:pt x="3332" y="31727"/>
                  <a:pt x="15069" y="26857"/>
                  <a:pt x="19990" y="21219"/>
                </a:cubicBezTo>
                <a:cubicBezTo>
                  <a:pt x="24911" y="15581"/>
                  <a:pt x="27935" y="3537"/>
                  <a:pt x="29524" y="0"/>
                </a:cubicBezTo>
              </a:path>
            </a:pathLst>
          </a:custGeom>
          <a:noFill/>
          <a:ln cap="flat" cmpd="sng" w="9525">
            <a:solidFill>
              <a:schemeClr val="dk2"/>
            </a:solidFill>
            <a:prstDash val="solid"/>
            <a:round/>
            <a:headEnd len="med" w="med" type="none"/>
            <a:tailEnd len="med" w="med" type="stealth"/>
          </a:ln>
        </p:spPr>
      </p:sp>
      <p:sp>
        <p:nvSpPr>
          <p:cNvPr id="1194" name="Google Shape;1194;p53"/>
          <p:cNvSpPr/>
          <p:nvPr/>
        </p:nvSpPr>
        <p:spPr>
          <a:xfrm>
            <a:off x="3249175" y="3395175"/>
            <a:ext cx="3536650" cy="7700"/>
          </a:xfrm>
          <a:custGeom>
            <a:rect b="b" l="l" r="r" t="t"/>
            <a:pathLst>
              <a:path extrusionOk="0" h="308" w="141466">
                <a:moveTo>
                  <a:pt x="141466" y="0"/>
                </a:moveTo>
                <a:lnTo>
                  <a:pt x="0" y="308"/>
                </a:lnTo>
              </a:path>
            </a:pathLst>
          </a:custGeom>
          <a:noFill/>
          <a:ln cap="flat" cmpd="sng" w="9525">
            <a:solidFill>
              <a:schemeClr val="dk2"/>
            </a:solidFill>
            <a:prstDash val="solid"/>
            <a:round/>
            <a:headEnd len="med" w="med" type="none"/>
            <a:tailEnd len="med" w="med" type="oval"/>
          </a:ln>
        </p:spPr>
      </p:sp>
      <p:sp>
        <p:nvSpPr>
          <p:cNvPr id="1195" name="Google Shape;1195;p53"/>
          <p:cNvSpPr/>
          <p:nvPr/>
        </p:nvSpPr>
        <p:spPr>
          <a:xfrm>
            <a:off x="7010975" y="2095850"/>
            <a:ext cx="540075" cy="1083225"/>
          </a:xfrm>
          <a:custGeom>
            <a:rect b="b" l="l" r="r" t="t"/>
            <a:pathLst>
              <a:path extrusionOk="0" h="43329" w="21603">
                <a:moveTo>
                  <a:pt x="21527" y="42132"/>
                </a:moveTo>
                <a:cubicBezTo>
                  <a:pt x="21117" y="41671"/>
                  <a:pt x="22655" y="46386"/>
                  <a:pt x="19067" y="39364"/>
                </a:cubicBezTo>
                <a:cubicBezTo>
                  <a:pt x="15479" y="32342"/>
                  <a:pt x="3178" y="6561"/>
                  <a:pt x="0" y="0"/>
                </a:cubicBezTo>
              </a:path>
            </a:pathLst>
          </a:custGeom>
          <a:noFill/>
          <a:ln cap="flat" cmpd="sng" w="9525">
            <a:solidFill>
              <a:schemeClr val="dk2"/>
            </a:solidFill>
            <a:prstDash val="solid"/>
            <a:round/>
            <a:headEnd len="med" w="med" type="none"/>
            <a:tailEnd len="med" w="med" type="oval"/>
          </a:ln>
        </p:spPr>
      </p:sp>
      <p:sp>
        <p:nvSpPr>
          <p:cNvPr id="1196" name="Google Shape;1196;p53"/>
          <p:cNvSpPr/>
          <p:nvPr/>
        </p:nvSpPr>
        <p:spPr>
          <a:xfrm>
            <a:off x="7551050" y="1579075"/>
            <a:ext cx="540075" cy="1083225"/>
          </a:xfrm>
          <a:custGeom>
            <a:rect b="b" l="l" r="r" t="t"/>
            <a:pathLst>
              <a:path extrusionOk="0" h="43329" w="21603">
                <a:moveTo>
                  <a:pt x="21527" y="42132"/>
                </a:moveTo>
                <a:cubicBezTo>
                  <a:pt x="21117" y="41671"/>
                  <a:pt x="22655" y="46386"/>
                  <a:pt x="19067" y="39364"/>
                </a:cubicBezTo>
                <a:cubicBezTo>
                  <a:pt x="15479" y="32342"/>
                  <a:pt x="3178" y="6561"/>
                  <a:pt x="0" y="0"/>
                </a:cubicBezTo>
              </a:path>
            </a:pathLst>
          </a:custGeom>
          <a:noFill/>
          <a:ln cap="flat" cmpd="sng" w="9525">
            <a:solidFill>
              <a:schemeClr val="dk2"/>
            </a:solidFill>
            <a:prstDash val="solid"/>
            <a:round/>
            <a:headEnd len="med" w="med" type="none"/>
            <a:tailEnd len="med" w="med" type="oval"/>
          </a:ln>
        </p:spPr>
      </p:sp>
      <p:sp>
        <p:nvSpPr>
          <p:cNvPr id="1197" name="Google Shape;1197;p53"/>
          <p:cNvSpPr/>
          <p:nvPr/>
        </p:nvSpPr>
        <p:spPr>
          <a:xfrm>
            <a:off x="6718800" y="2280375"/>
            <a:ext cx="169150" cy="299850"/>
          </a:xfrm>
          <a:custGeom>
            <a:rect b="b" l="l" r="r" t="t"/>
            <a:pathLst>
              <a:path extrusionOk="0" h="11994" w="6766">
                <a:moveTo>
                  <a:pt x="0" y="11994"/>
                </a:moveTo>
                <a:cubicBezTo>
                  <a:pt x="410" y="10661"/>
                  <a:pt x="1333" y="5997"/>
                  <a:pt x="2461" y="3998"/>
                </a:cubicBezTo>
                <a:cubicBezTo>
                  <a:pt x="3589" y="1999"/>
                  <a:pt x="6049" y="666"/>
                  <a:pt x="6766" y="0"/>
                </a:cubicBezTo>
              </a:path>
            </a:pathLst>
          </a:custGeom>
          <a:noFill/>
          <a:ln cap="flat" cmpd="sng" w="9525">
            <a:solidFill>
              <a:schemeClr val="dk2"/>
            </a:solidFill>
            <a:prstDash val="solid"/>
            <a:round/>
            <a:headEnd len="med" w="med" type="none"/>
            <a:tailEnd len="med" w="med" type="oval"/>
          </a:ln>
        </p:spPr>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01" name="Shape 1201"/>
        <p:cNvGrpSpPr/>
        <p:nvPr/>
      </p:nvGrpSpPr>
      <p:grpSpPr>
        <a:xfrm>
          <a:off x="0" y="0"/>
          <a:ext cx="0" cy="0"/>
          <a:chOff x="0" y="0"/>
          <a:chExt cx="0" cy="0"/>
        </a:xfrm>
      </p:grpSpPr>
      <p:sp>
        <p:nvSpPr>
          <p:cNvPr id="1202" name="Google Shape;1202;p54"/>
          <p:cNvSpPr txBox="1"/>
          <p:nvPr/>
        </p:nvSpPr>
        <p:spPr>
          <a:xfrm>
            <a:off x="119775" y="12577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Flip </a:t>
            </a:r>
            <a:r>
              <a:rPr lang="en" sz="4120">
                <a:solidFill>
                  <a:srgbClr val="CCCCCC"/>
                </a:solidFill>
                <a:latin typeface="Oswald"/>
                <a:ea typeface="Oswald"/>
                <a:cs typeface="Oswald"/>
                <a:sym typeface="Oswald"/>
              </a:rPr>
              <a:t>Beast Fake 26 45</a:t>
            </a:r>
            <a:endParaRPr sz="4120">
              <a:solidFill>
                <a:srgbClr val="CCCCCC"/>
              </a:solidFill>
              <a:latin typeface="Oswald"/>
              <a:ea typeface="Oswald"/>
              <a:cs typeface="Oswald"/>
              <a:sym typeface="Oswald"/>
            </a:endParaRPr>
          </a:p>
        </p:txBody>
      </p:sp>
      <p:sp>
        <p:nvSpPr>
          <p:cNvPr id="1203" name="Google Shape;1203;p54"/>
          <p:cNvSpPr/>
          <p:nvPr/>
        </p:nvSpPr>
        <p:spPr>
          <a:xfrm>
            <a:off x="4444432" y="2662166"/>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54"/>
          <p:cNvSpPr/>
          <p:nvPr/>
        </p:nvSpPr>
        <p:spPr>
          <a:xfrm>
            <a:off x="5103472"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54"/>
          <p:cNvSpPr/>
          <p:nvPr/>
        </p:nvSpPr>
        <p:spPr>
          <a:xfrm>
            <a:off x="5860649"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54"/>
          <p:cNvSpPr/>
          <p:nvPr/>
        </p:nvSpPr>
        <p:spPr>
          <a:xfrm>
            <a:off x="2930077"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54"/>
          <p:cNvSpPr/>
          <p:nvPr/>
        </p:nvSpPr>
        <p:spPr>
          <a:xfrm>
            <a:off x="3687254"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54"/>
          <p:cNvSpPr/>
          <p:nvPr/>
        </p:nvSpPr>
        <p:spPr>
          <a:xfrm>
            <a:off x="6943280" y="31485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1209" name="Google Shape;1209;p54"/>
          <p:cNvSpPr/>
          <p:nvPr/>
        </p:nvSpPr>
        <p:spPr>
          <a:xfrm>
            <a:off x="7429468" y="3159621"/>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1210" name="Google Shape;1210;p54"/>
          <p:cNvSpPr/>
          <p:nvPr/>
        </p:nvSpPr>
        <p:spPr>
          <a:xfrm>
            <a:off x="7933883" y="2739626"/>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1211" name="Google Shape;1211;p54"/>
          <p:cNvSpPr/>
          <p:nvPr/>
        </p:nvSpPr>
        <p:spPr>
          <a:xfrm>
            <a:off x="4595792" y="4339059"/>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1212" name="Google Shape;1212;p54"/>
          <p:cNvSpPr/>
          <p:nvPr/>
        </p:nvSpPr>
        <p:spPr>
          <a:xfrm>
            <a:off x="4079187" y="4339060"/>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1213" name="Google Shape;1213;p54"/>
          <p:cNvSpPr/>
          <p:nvPr/>
        </p:nvSpPr>
        <p:spPr>
          <a:xfrm>
            <a:off x="6562448" y="2662310"/>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1214" name="Google Shape;1214;p54"/>
          <p:cNvCxnSpPr/>
          <p:nvPr/>
        </p:nvCxnSpPr>
        <p:spPr>
          <a:xfrm flipH="1" rot="10800000">
            <a:off x="159550" y="7653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1215" name="Google Shape;1215;p54"/>
          <p:cNvPicPr preferRelativeResize="0"/>
          <p:nvPr/>
        </p:nvPicPr>
        <p:blipFill rotWithShape="1">
          <a:blip r:embed="rId3">
            <a:alphaModFix/>
          </a:blip>
          <a:srcRect b="67519" l="30670" r="30468" t="12480"/>
          <a:stretch/>
        </p:blipFill>
        <p:spPr>
          <a:xfrm>
            <a:off x="8037200" y="4436625"/>
            <a:ext cx="1017727" cy="572700"/>
          </a:xfrm>
          <a:prstGeom prst="rect">
            <a:avLst/>
          </a:prstGeom>
          <a:noFill/>
          <a:ln>
            <a:noFill/>
          </a:ln>
        </p:spPr>
      </p:pic>
      <p:sp>
        <p:nvSpPr>
          <p:cNvPr id="1216" name="Google Shape;1216;p54"/>
          <p:cNvSpPr/>
          <p:nvPr/>
        </p:nvSpPr>
        <p:spPr>
          <a:xfrm>
            <a:off x="4343100" y="3402875"/>
            <a:ext cx="738100" cy="845700"/>
          </a:xfrm>
          <a:custGeom>
            <a:rect b="b" l="l" r="r" t="t"/>
            <a:pathLst>
              <a:path extrusionOk="0" h="33828" w="29524">
                <a:moveTo>
                  <a:pt x="0" y="33828"/>
                </a:moveTo>
                <a:cubicBezTo>
                  <a:pt x="3332" y="31727"/>
                  <a:pt x="15069" y="26857"/>
                  <a:pt x="19990" y="21219"/>
                </a:cubicBezTo>
                <a:cubicBezTo>
                  <a:pt x="24911" y="15581"/>
                  <a:pt x="27935" y="3537"/>
                  <a:pt x="29524" y="0"/>
                </a:cubicBezTo>
              </a:path>
            </a:pathLst>
          </a:custGeom>
          <a:noFill/>
          <a:ln cap="flat" cmpd="sng" w="9525">
            <a:solidFill>
              <a:schemeClr val="dk2"/>
            </a:solidFill>
            <a:prstDash val="solid"/>
            <a:round/>
            <a:headEnd len="med" w="med" type="none"/>
            <a:tailEnd len="med" w="med" type="stealth"/>
          </a:ln>
        </p:spPr>
      </p:sp>
      <p:sp>
        <p:nvSpPr>
          <p:cNvPr id="1217" name="Google Shape;1217;p54"/>
          <p:cNvSpPr/>
          <p:nvPr/>
        </p:nvSpPr>
        <p:spPr>
          <a:xfrm>
            <a:off x="3249175" y="3395175"/>
            <a:ext cx="3536650" cy="7700"/>
          </a:xfrm>
          <a:custGeom>
            <a:rect b="b" l="l" r="r" t="t"/>
            <a:pathLst>
              <a:path extrusionOk="0" h="308" w="141466">
                <a:moveTo>
                  <a:pt x="141466" y="0"/>
                </a:moveTo>
                <a:lnTo>
                  <a:pt x="0" y="308"/>
                </a:lnTo>
              </a:path>
            </a:pathLst>
          </a:custGeom>
          <a:noFill/>
          <a:ln cap="flat" cmpd="sng" w="9525">
            <a:solidFill>
              <a:schemeClr val="dk2"/>
            </a:solidFill>
            <a:prstDash val="solid"/>
            <a:round/>
            <a:headEnd len="med" w="med" type="none"/>
            <a:tailEnd len="med" w="med" type="oval"/>
          </a:ln>
        </p:spPr>
      </p:sp>
      <p:sp>
        <p:nvSpPr>
          <p:cNvPr id="1218" name="Google Shape;1218;p54"/>
          <p:cNvSpPr/>
          <p:nvPr/>
        </p:nvSpPr>
        <p:spPr>
          <a:xfrm>
            <a:off x="7551050" y="1579075"/>
            <a:ext cx="540075" cy="1083225"/>
          </a:xfrm>
          <a:custGeom>
            <a:rect b="b" l="l" r="r" t="t"/>
            <a:pathLst>
              <a:path extrusionOk="0" h="43329" w="21603">
                <a:moveTo>
                  <a:pt x="21527" y="42132"/>
                </a:moveTo>
                <a:cubicBezTo>
                  <a:pt x="21117" y="41671"/>
                  <a:pt x="22655" y="46386"/>
                  <a:pt x="19067" y="39364"/>
                </a:cubicBezTo>
                <a:cubicBezTo>
                  <a:pt x="15479" y="32342"/>
                  <a:pt x="3178" y="6561"/>
                  <a:pt x="0" y="0"/>
                </a:cubicBezTo>
              </a:path>
            </a:pathLst>
          </a:custGeom>
          <a:noFill/>
          <a:ln cap="flat" cmpd="sng" w="9525">
            <a:solidFill>
              <a:schemeClr val="dk2"/>
            </a:solidFill>
            <a:prstDash val="solid"/>
            <a:round/>
            <a:headEnd len="med" w="med" type="none"/>
            <a:tailEnd len="med" w="med" type="oval"/>
          </a:ln>
        </p:spPr>
      </p:sp>
      <p:sp>
        <p:nvSpPr>
          <p:cNvPr id="1219" name="Google Shape;1219;p54"/>
          <p:cNvSpPr/>
          <p:nvPr/>
        </p:nvSpPr>
        <p:spPr>
          <a:xfrm>
            <a:off x="6718800" y="2280375"/>
            <a:ext cx="169150" cy="299850"/>
          </a:xfrm>
          <a:custGeom>
            <a:rect b="b" l="l" r="r" t="t"/>
            <a:pathLst>
              <a:path extrusionOk="0" h="11994" w="6766">
                <a:moveTo>
                  <a:pt x="0" y="11994"/>
                </a:moveTo>
                <a:cubicBezTo>
                  <a:pt x="410" y="10661"/>
                  <a:pt x="1333" y="5997"/>
                  <a:pt x="2461" y="3998"/>
                </a:cubicBezTo>
                <a:cubicBezTo>
                  <a:pt x="3589" y="1999"/>
                  <a:pt x="6049" y="666"/>
                  <a:pt x="6766" y="0"/>
                </a:cubicBezTo>
              </a:path>
            </a:pathLst>
          </a:custGeom>
          <a:noFill/>
          <a:ln cap="flat" cmpd="sng" w="9525">
            <a:solidFill>
              <a:schemeClr val="dk2"/>
            </a:solidFill>
            <a:prstDash val="solid"/>
            <a:round/>
            <a:headEnd len="med" w="med" type="none"/>
            <a:tailEnd len="med" w="med" type="oval"/>
          </a:ln>
        </p:spPr>
      </p:sp>
      <p:sp>
        <p:nvSpPr>
          <p:cNvPr id="1220" name="Google Shape;1220;p54"/>
          <p:cNvSpPr/>
          <p:nvPr/>
        </p:nvSpPr>
        <p:spPr>
          <a:xfrm>
            <a:off x="2759325" y="2772425"/>
            <a:ext cx="4789825" cy="1023750"/>
          </a:xfrm>
          <a:custGeom>
            <a:rect b="b" l="l" r="r" t="t"/>
            <a:pathLst>
              <a:path extrusionOk="0" h="40950" w="191593">
                <a:moveTo>
                  <a:pt x="191593" y="32291"/>
                </a:moveTo>
                <a:cubicBezTo>
                  <a:pt x="184366" y="33419"/>
                  <a:pt x="173193" y="38237"/>
                  <a:pt x="148231" y="39057"/>
                </a:cubicBezTo>
                <a:cubicBezTo>
                  <a:pt x="123270" y="39877"/>
                  <a:pt x="66529" y="43721"/>
                  <a:pt x="41824" y="37211"/>
                </a:cubicBezTo>
                <a:cubicBezTo>
                  <a:pt x="17119" y="30702"/>
                  <a:pt x="6971" y="6202"/>
                  <a:pt x="0" y="0"/>
                </a:cubicBezTo>
              </a:path>
            </a:pathLst>
          </a:custGeom>
          <a:noFill/>
          <a:ln cap="flat" cmpd="sng" w="9525">
            <a:solidFill>
              <a:schemeClr val="dk2"/>
            </a:solidFill>
            <a:prstDash val="solid"/>
            <a:round/>
            <a:headEnd len="med" w="med" type="none"/>
            <a:tailEnd len="med" w="med" type="triangle"/>
          </a:ln>
        </p:spPr>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24" name="Shape 1224"/>
        <p:cNvGrpSpPr/>
        <p:nvPr/>
      </p:nvGrpSpPr>
      <p:grpSpPr>
        <a:xfrm>
          <a:off x="0" y="0"/>
          <a:ext cx="0" cy="0"/>
          <a:chOff x="0" y="0"/>
          <a:chExt cx="0" cy="0"/>
        </a:xfrm>
      </p:grpSpPr>
      <p:sp>
        <p:nvSpPr>
          <p:cNvPr id="1225" name="Google Shape;1225;p55"/>
          <p:cNvSpPr txBox="1"/>
          <p:nvPr/>
        </p:nvSpPr>
        <p:spPr>
          <a:xfrm>
            <a:off x="119775" y="12577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Beast Fake 25 4 Out</a:t>
            </a:r>
            <a:endParaRPr sz="4120">
              <a:solidFill>
                <a:srgbClr val="CCCCCC"/>
              </a:solidFill>
              <a:latin typeface="Oswald"/>
              <a:ea typeface="Oswald"/>
              <a:cs typeface="Oswald"/>
              <a:sym typeface="Oswald"/>
            </a:endParaRPr>
          </a:p>
        </p:txBody>
      </p:sp>
      <p:sp>
        <p:nvSpPr>
          <p:cNvPr id="1226" name="Google Shape;1226;p55"/>
          <p:cNvSpPr/>
          <p:nvPr/>
        </p:nvSpPr>
        <p:spPr>
          <a:xfrm>
            <a:off x="4444432" y="2662166"/>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55"/>
          <p:cNvSpPr/>
          <p:nvPr/>
        </p:nvSpPr>
        <p:spPr>
          <a:xfrm>
            <a:off x="5103472"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55"/>
          <p:cNvSpPr/>
          <p:nvPr/>
        </p:nvSpPr>
        <p:spPr>
          <a:xfrm>
            <a:off x="5860649"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55"/>
          <p:cNvSpPr/>
          <p:nvPr/>
        </p:nvSpPr>
        <p:spPr>
          <a:xfrm>
            <a:off x="2930077"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55"/>
          <p:cNvSpPr/>
          <p:nvPr/>
        </p:nvSpPr>
        <p:spPr>
          <a:xfrm>
            <a:off x="3687254"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55"/>
          <p:cNvSpPr/>
          <p:nvPr/>
        </p:nvSpPr>
        <p:spPr>
          <a:xfrm>
            <a:off x="6943280" y="31485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1232" name="Google Shape;1232;p55"/>
          <p:cNvSpPr/>
          <p:nvPr/>
        </p:nvSpPr>
        <p:spPr>
          <a:xfrm>
            <a:off x="7429468" y="3159621"/>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1233" name="Google Shape;1233;p55"/>
          <p:cNvSpPr/>
          <p:nvPr/>
        </p:nvSpPr>
        <p:spPr>
          <a:xfrm>
            <a:off x="7933883" y="2739626"/>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1234" name="Google Shape;1234;p55"/>
          <p:cNvSpPr/>
          <p:nvPr/>
        </p:nvSpPr>
        <p:spPr>
          <a:xfrm>
            <a:off x="4595792" y="4339059"/>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1235" name="Google Shape;1235;p55"/>
          <p:cNvSpPr/>
          <p:nvPr/>
        </p:nvSpPr>
        <p:spPr>
          <a:xfrm>
            <a:off x="5081212" y="4339060"/>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1236" name="Google Shape;1236;p55"/>
          <p:cNvSpPr/>
          <p:nvPr/>
        </p:nvSpPr>
        <p:spPr>
          <a:xfrm>
            <a:off x="6562448" y="2662310"/>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1237" name="Google Shape;1237;p55"/>
          <p:cNvCxnSpPr/>
          <p:nvPr/>
        </p:nvCxnSpPr>
        <p:spPr>
          <a:xfrm flipH="1" rot="10800000">
            <a:off x="159550" y="7653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1238" name="Google Shape;1238;p55"/>
          <p:cNvPicPr preferRelativeResize="0"/>
          <p:nvPr/>
        </p:nvPicPr>
        <p:blipFill rotWithShape="1">
          <a:blip r:embed="rId3">
            <a:alphaModFix/>
          </a:blip>
          <a:srcRect b="67519" l="30670" r="30468" t="12480"/>
          <a:stretch/>
        </p:blipFill>
        <p:spPr>
          <a:xfrm>
            <a:off x="8037200" y="4436625"/>
            <a:ext cx="1017727" cy="572700"/>
          </a:xfrm>
          <a:prstGeom prst="rect">
            <a:avLst/>
          </a:prstGeom>
          <a:noFill/>
          <a:ln>
            <a:noFill/>
          </a:ln>
        </p:spPr>
      </p:pic>
      <p:sp>
        <p:nvSpPr>
          <p:cNvPr id="1239" name="Google Shape;1239;p55"/>
          <p:cNvSpPr/>
          <p:nvPr/>
        </p:nvSpPr>
        <p:spPr>
          <a:xfrm rot="-4056116">
            <a:off x="4274521" y="3001304"/>
            <a:ext cx="410659" cy="1662431"/>
          </a:xfrm>
          <a:custGeom>
            <a:rect b="b" l="l" r="r" t="t"/>
            <a:pathLst>
              <a:path extrusionOk="0" h="33828" w="29524">
                <a:moveTo>
                  <a:pt x="0" y="33828"/>
                </a:moveTo>
                <a:cubicBezTo>
                  <a:pt x="3332" y="31727"/>
                  <a:pt x="15069" y="26857"/>
                  <a:pt x="19990" y="21219"/>
                </a:cubicBezTo>
                <a:cubicBezTo>
                  <a:pt x="24911" y="15581"/>
                  <a:pt x="27935" y="3537"/>
                  <a:pt x="29524" y="0"/>
                </a:cubicBezTo>
              </a:path>
            </a:pathLst>
          </a:custGeom>
          <a:noFill/>
          <a:ln cap="flat" cmpd="sng" w="9525">
            <a:solidFill>
              <a:schemeClr val="dk2"/>
            </a:solidFill>
            <a:prstDash val="solid"/>
            <a:round/>
            <a:headEnd len="med" w="med" type="none"/>
            <a:tailEnd len="med" w="med" type="stealth"/>
          </a:ln>
        </p:spPr>
      </p:sp>
      <p:sp>
        <p:nvSpPr>
          <p:cNvPr id="1240" name="Google Shape;1240;p55"/>
          <p:cNvSpPr/>
          <p:nvPr/>
        </p:nvSpPr>
        <p:spPr>
          <a:xfrm>
            <a:off x="3249175" y="3395175"/>
            <a:ext cx="3536650" cy="7700"/>
          </a:xfrm>
          <a:custGeom>
            <a:rect b="b" l="l" r="r" t="t"/>
            <a:pathLst>
              <a:path extrusionOk="0" h="308" w="141466">
                <a:moveTo>
                  <a:pt x="141466" y="0"/>
                </a:moveTo>
                <a:lnTo>
                  <a:pt x="0" y="308"/>
                </a:lnTo>
              </a:path>
            </a:pathLst>
          </a:custGeom>
          <a:noFill/>
          <a:ln cap="flat" cmpd="sng" w="9525">
            <a:solidFill>
              <a:schemeClr val="dk2"/>
            </a:solidFill>
            <a:prstDash val="solid"/>
            <a:round/>
            <a:headEnd len="med" w="med" type="none"/>
            <a:tailEnd len="med" w="med" type="oval"/>
          </a:ln>
        </p:spPr>
      </p:sp>
      <p:sp>
        <p:nvSpPr>
          <p:cNvPr id="1241" name="Google Shape;1241;p55"/>
          <p:cNvSpPr/>
          <p:nvPr/>
        </p:nvSpPr>
        <p:spPr>
          <a:xfrm>
            <a:off x="6718800" y="2280375"/>
            <a:ext cx="169150" cy="299850"/>
          </a:xfrm>
          <a:custGeom>
            <a:rect b="b" l="l" r="r" t="t"/>
            <a:pathLst>
              <a:path extrusionOk="0" h="11994" w="6766">
                <a:moveTo>
                  <a:pt x="0" y="11994"/>
                </a:moveTo>
                <a:cubicBezTo>
                  <a:pt x="410" y="10661"/>
                  <a:pt x="1333" y="5997"/>
                  <a:pt x="2461" y="3998"/>
                </a:cubicBezTo>
                <a:cubicBezTo>
                  <a:pt x="3589" y="1999"/>
                  <a:pt x="6049" y="666"/>
                  <a:pt x="6766" y="0"/>
                </a:cubicBezTo>
              </a:path>
            </a:pathLst>
          </a:custGeom>
          <a:noFill/>
          <a:ln cap="flat" cmpd="sng" w="9525">
            <a:solidFill>
              <a:schemeClr val="dk2"/>
            </a:solidFill>
            <a:prstDash val="solid"/>
            <a:round/>
            <a:headEnd len="med" w="med" type="none"/>
            <a:tailEnd len="med" w="med" type="oval"/>
          </a:ln>
        </p:spPr>
      </p:sp>
      <p:sp>
        <p:nvSpPr>
          <p:cNvPr id="1242" name="Google Shape;1242;p55"/>
          <p:cNvSpPr/>
          <p:nvPr/>
        </p:nvSpPr>
        <p:spPr>
          <a:xfrm>
            <a:off x="7226256" y="2255773"/>
            <a:ext cx="1183975" cy="849150"/>
          </a:xfrm>
          <a:custGeom>
            <a:rect b="b" l="l" r="r" t="t"/>
            <a:pathLst>
              <a:path extrusionOk="0" h="33966" w="47359">
                <a:moveTo>
                  <a:pt x="16606" y="33890"/>
                </a:moveTo>
                <a:cubicBezTo>
                  <a:pt x="16196" y="33275"/>
                  <a:pt x="16709" y="35427"/>
                  <a:pt x="14146" y="30199"/>
                </a:cubicBezTo>
                <a:cubicBezTo>
                  <a:pt x="11583" y="24971"/>
                  <a:pt x="-4306" y="7339"/>
                  <a:pt x="1230" y="2521"/>
                </a:cubicBezTo>
                <a:cubicBezTo>
                  <a:pt x="6766" y="-2297"/>
                  <a:pt x="39672" y="1496"/>
                  <a:pt x="47360" y="1291"/>
                </a:cubicBezTo>
              </a:path>
            </a:pathLst>
          </a:custGeom>
          <a:noFill/>
          <a:ln cap="flat" cmpd="sng" w="9525">
            <a:solidFill>
              <a:schemeClr val="dk2"/>
            </a:solidFill>
            <a:prstDash val="solid"/>
            <a:round/>
            <a:headEnd len="med" w="med" type="none"/>
            <a:tailEnd len="med" w="med" type="stealth"/>
          </a:ln>
        </p:spPr>
      </p:sp>
      <p:sp>
        <p:nvSpPr>
          <p:cNvPr id="1243" name="Google Shape;1243;p55"/>
          <p:cNvSpPr/>
          <p:nvPr/>
        </p:nvSpPr>
        <p:spPr>
          <a:xfrm>
            <a:off x="8141150" y="1027175"/>
            <a:ext cx="409950" cy="1614550"/>
          </a:xfrm>
          <a:custGeom>
            <a:rect b="b" l="l" r="r" t="t"/>
            <a:pathLst>
              <a:path extrusionOk="0" h="64582" w="16398">
                <a:moveTo>
                  <a:pt x="0" y="64582"/>
                </a:moveTo>
                <a:cubicBezTo>
                  <a:pt x="2563" y="59456"/>
                  <a:pt x="12917" y="44592"/>
                  <a:pt x="15377" y="33828"/>
                </a:cubicBezTo>
                <a:cubicBezTo>
                  <a:pt x="17837" y="23064"/>
                  <a:pt x="14865" y="5638"/>
                  <a:pt x="14762" y="0"/>
                </a:cubicBezTo>
              </a:path>
            </a:pathLst>
          </a:custGeom>
          <a:noFill/>
          <a:ln cap="flat" cmpd="sng" w="9525">
            <a:solidFill>
              <a:schemeClr val="dk2"/>
            </a:solidFill>
            <a:prstDash val="solid"/>
            <a:round/>
            <a:headEnd len="med" w="med" type="none"/>
            <a:tailEnd len="med" w="med" type="stealth"/>
          </a:ln>
        </p:spPr>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47" name="Shape 1247"/>
        <p:cNvGrpSpPr/>
        <p:nvPr/>
      </p:nvGrpSpPr>
      <p:grpSpPr>
        <a:xfrm>
          <a:off x="0" y="0"/>
          <a:ext cx="0" cy="0"/>
          <a:chOff x="0" y="0"/>
          <a:chExt cx="0" cy="0"/>
        </a:xfrm>
      </p:grpSpPr>
      <p:sp>
        <p:nvSpPr>
          <p:cNvPr id="1248" name="Google Shape;1248;p56"/>
          <p:cNvSpPr txBox="1"/>
          <p:nvPr/>
        </p:nvSpPr>
        <p:spPr>
          <a:xfrm>
            <a:off x="119775" y="12577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Beast Fake 25 4 Out</a:t>
            </a:r>
            <a:endParaRPr sz="4120">
              <a:solidFill>
                <a:srgbClr val="CCCCCC"/>
              </a:solidFill>
              <a:latin typeface="Oswald"/>
              <a:ea typeface="Oswald"/>
              <a:cs typeface="Oswald"/>
              <a:sym typeface="Oswald"/>
            </a:endParaRPr>
          </a:p>
        </p:txBody>
      </p:sp>
      <p:sp>
        <p:nvSpPr>
          <p:cNvPr id="1249" name="Google Shape;1249;p56"/>
          <p:cNvSpPr/>
          <p:nvPr/>
        </p:nvSpPr>
        <p:spPr>
          <a:xfrm>
            <a:off x="4444432" y="2662166"/>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56"/>
          <p:cNvSpPr/>
          <p:nvPr/>
        </p:nvSpPr>
        <p:spPr>
          <a:xfrm>
            <a:off x="5103472"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56"/>
          <p:cNvSpPr/>
          <p:nvPr/>
        </p:nvSpPr>
        <p:spPr>
          <a:xfrm>
            <a:off x="5860649"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56"/>
          <p:cNvSpPr/>
          <p:nvPr/>
        </p:nvSpPr>
        <p:spPr>
          <a:xfrm>
            <a:off x="2930077"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56"/>
          <p:cNvSpPr/>
          <p:nvPr/>
        </p:nvSpPr>
        <p:spPr>
          <a:xfrm>
            <a:off x="3687254"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56"/>
          <p:cNvSpPr/>
          <p:nvPr/>
        </p:nvSpPr>
        <p:spPr>
          <a:xfrm>
            <a:off x="6943280" y="31485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1255" name="Google Shape;1255;p56"/>
          <p:cNvSpPr/>
          <p:nvPr/>
        </p:nvSpPr>
        <p:spPr>
          <a:xfrm>
            <a:off x="7429468" y="3159621"/>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1256" name="Google Shape;1256;p56"/>
          <p:cNvSpPr/>
          <p:nvPr/>
        </p:nvSpPr>
        <p:spPr>
          <a:xfrm>
            <a:off x="7933883" y="2739626"/>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1257" name="Google Shape;1257;p56"/>
          <p:cNvSpPr/>
          <p:nvPr/>
        </p:nvSpPr>
        <p:spPr>
          <a:xfrm>
            <a:off x="4595792" y="4339059"/>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1258" name="Google Shape;1258;p56"/>
          <p:cNvSpPr/>
          <p:nvPr/>
        </p:nvSpPr>
        <p:spPr>
          <a:xfrm>
            <a:off x="5081212" y="4339060"/>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1259" name="Google Shape;1259;p56"/>
          <p:cNvSpPr/>
          <p:nvPr/>
        </p:nvSpPr>
        <p:spPr>
          <a:xfrm>
            <a:off x="6562448" y="2662310"/>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1260" name="Google Shape;1260;p56"/>
          <p:cNvCxnSpPr/>
          <p:nvPr/>
        </p:nvCxnSpPr>
        <p:spPr>
          <a:xfrm flipH="1" rot="10800000">
            <a:off x="159550" y="7653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1261" name="Google Shape;1261;p56"/>
          <p:cNvPicPr preferRelativeResize="0"/>
          <p:nvPr/>
        </p:nvPicPr>
        <p:blipFill rotWithShape="1">
          <a:blip r:embed="rId3">
            <a:alphaModFix/>
          </a:blip>
          <a:srcRect b="67519" l="30670" r="30468" t="12480"/>
          <a:stretch/>
        </p:blipFill>
        <p:spPr>
          <a:xfrm>
            <a:off x="8037200" y="4436625"/>
            <a:ext cx="1017727" cy="572700"/>
          </a:xfrm>
          <a:prstGeom prst="rect">
            <a:avLst/>
          </a:prstGeom>
          <a:noFill/>
          <a:ln>
            <a:noFill/>
          </a:ln>
        </p:spPr>
      </p:pic>
      <p:sp>
        <p:nvSpPr>
          <p:cNvPr id="1262" name="Google Shape;1262;p56"/>
          <p:cNvSpPr/>
          <p:nvPr/>
        </p:nvSpPr>
        <p:spPr>
          <a:xfrm rot="-4056116">
            <a:off x="4274521" y="3001304"/>
            <a:ext cx="410659" cy="1662431"/>
          </a:xfrm>
          <a:custGeom>
            <a:rect b="b" l="l" r="r" t="t"/>
            <a:pathLst>
              <a:path extrusionOk="0" h="33828" w="29524">
                <a:moveTo>
                  <a:pt x="0" y="33828"/>
                </a:moveTo>
                <a:cubicBezTo>
                  <a:pt x="3332" y="31727"/>
                  <a:pt x="15069" y="26857"/>
                  <a:pt x="19990" y="21219"/>
                </a:cubicBezTo>
                <a:cubicBezTo>
                  <a:pt x="24911" y="15581"/>
                  <a:pt x="27935" y="3537"/>
                  <a:pt x="29524" y="0"/>
                </a:cubicBezTo>
              </a:path>
            </a:pathLst>
          </a:custGeom>
          <a:noFill/>
          <a:ln cap="flat" cmpd="sng" w="9525">
            <a:solidFill>
              <a:schemeClr val="dk2"/>
            </a:solidFill>
            <a:prstDash val="solid"/>
            <a:round/>
            <a:headEnd len="med" w="med" type="none"/>
            <a:tailEnd len="med" w="med" type="stealth"/>
          </a:ln>
        </p:spPr>
      </p:sp>
      <p:sp>
        <p:nvSpPr>
          <p:cNvPr id="1263" name="Google Shape;1263;p56"/>
          <p:cNvSpPr/>
          <p:nvPr/>
        </p:nvSpPr>
        <p:spPr>
          <a:xfrm>
            <a:off x="3249175" y="3395175"/>
            <a:ext cx="3536650" cy="7700"/>
          </a:xfrm>
          <a:custGeom>
            <a:rect b="b" l="l" r="r" t="t"/>
            <a:pathLst>
              <a:path extrusionOk="0" h="308" w="141466">
                <a:moveTo>
                  <a:pt x="141466" y="0"/>
                </a:moveTo>
                <a:lnTo>
                  <a:pt x="0" y="308"/>
                </a:lnTo>
              </a:path>
            </a:pathLst>
          </a:custGeom>
          <a:noFill/>
          <a:ln cap="flat" cmpd="sng" w="9525">
            <a:solidFill>
              <a:schemeClr val="dk2"/>
            </a:solidFill>
            <a:prstDash val="solid"/>
            <a:round/>
            <a:headEnd len="med" w="med" type="none"/>
            <a:tailEnd len="med" w="med" type="oval"/>
          </a:ln>
        </p:spPr>
      </p:sp>
      <p:sp>
        <p:nvSpPr>
          <p:cNvPr id="1264" name="Google Shape;1264;p56"/>
          <p:cNvSpPr/>
          <p:nvPr/>
        </p:nvSpPr>
        <p:spPr>
          <a:xfrm>
            <a:off x="6718800" y="2280375"/>
            <a:ext cx="169150" cy="299850"/>
          </a:xfrm>
          <a:custGeom>
            <a:rect b="b" l="l" r="r" t="t"/>
            <a:pathLst>
              <a:path extrusionOk="0" h="11994" w="6766">
                <a:moveTo>
                  <a:pt x="0" y="11994"/>
                </a:moveTo>
                <a:cubicBezTo>
                  <a:pt x="410" y="10661"/>
                  <a:pt x="1333" y="5997"/>
                  <a:pt x="2461" y="3998"/>
                </a:cubicBezTo>
                <a:cubicBezTo>
                  <a:pt x="3589" y="1999"/>
                  <a:pt x="6049" y="666"/>
                  <a:pt x="6766" y="0"/>
                </a:cubicBezTo>
              </a:path>
            </a:pathLst>
          </a:custGeom>
          <a:noFill/>
          <a:ln cap="flat" cmpd="sng" w="9525">
            <a:solidFill>
              <a:schemeClr val="dk2"/>
            </a:solidFill>
            <a:prstDash val="solid"/>
            <a:round/>
            <a:headEnd len="med" w="med" type="none"/>
            <a:tailEnd len="med" w="med" type="oval"/>
          </a:ln>
        </p:spPr>
      </p:sp>
      <p:sp>
        <p:nvSpPr>
          <p:cNvPr id="1265" name="Google Shape;1265;p56"/>
          <p:cNvSpPr/>
          <p:nvPr/>
        </p:nvSpPr>
        <p:spPr>
          <a:xfrm>
            <a:off x="7226256" y="2255773"/>
            <a:ext cx="1183975" cy="849150"/>
          </a:xfrm>
          <a:custGeom>
            <a:rect b="b" l="l" r="r" t="t"/>
            <a:pathLst>
              <a:path extrusionOk="0" h="33966" w="47359">
                <a:moveTo>
                  <a:pt x="16606" y="33890"/>
                </a:moveTo>
                <a:cubicBezTo>
                  <a:pt x="16196" y="33275"/>
                  <a:pt x="16709" y="35427"/>
                  <a:pt x="14146" y="30199"/>
                </a:cubicBezTo>
                <a:cubicBezTo>
                  <a:pt x="11583" y="24971"/>
                  <a:pt x="-4306" y="7339"/>
                  <a:pt x="1230" y="2521"/>
                </a:cubicBezTo>
                <a:cubicBezTo>
                  <a:pt x="6766" y="-2297"/>
                  <a:pt x="39672" y="1496"/>
                  <a:pt x="47360" y="1291"/>
                </a:cubicBezTo>
              </a:path>
            </a:pathLst>
          </a:custGeom>
          <a:noFill/>
          <a:ln cap="flat" cmpd="sng" w="9525">
            <a:solidFill>
              <a:schemeClr val="dk2"/>
            </a:solidFill>
            <a:prstDash val="solid"/>
            <a:round/>
            <a:headEnd len="med" w="med" type="none"/>
            <a:tailEnd len="med" w="med" type="stealth"/>
          </a:ln>
        </p:spPr>
      </p:sp>
      <p:sp>
        <p:nvSpPr>
          <p:cNvPr id="1266" name="Google Shape;1266;p56"/>
          <p:cNvSpPr/>
          <p:nvPr/>
        </p:nvSpPr>
        <p:spPr>
          <a:xfrm>
            <a:off x="8141150" y="1027175"/>
            <a:ext cx="409950" cy="1614550"/>
          </a:xfrm>
          <a:custGeom>
            <a:rect b="b" l="l" r="r" t="t"/>
            <a:pathLst>
              <a:path extrusionOk="0" h="64582" w="16398">
                <a:moveTo>
                  <a:pt x="0" y="64582"/>
                </a:moveTo>
                <a:cubicBezTo>
                  <a:pt x="2563" y="59456"/>
                  <a:pt x="12917" y="44592"/>
                  <a:pt x="15377" y="33828"/>
                </a:cubicBezTo>
                <a:cubicBezTo>
                  <a:pt x="17837" y="23064"/>
                  <a:pt x="14865" y="5638"/>
                  <a:pt x="14762" y="0"/>
                </a:cubicBezTo>
              </a:path>
            </a:pathLst>
          </a:custGeom>
          <a:noFill/>
          <a:ln cap="flat" cmpd="sng" w="9525">
            <a:solidFill>
              <a:schemeClr val="dk2"/>
            </a:solidFill>
            <a:prstDash val="solid"/>
            <a:round/>
            <a:headEnd len="med" w="med" type="none"/>
            <a:tailEnd len="med" w="med" type="stealth"/>
          </a:ln>
        </p:spPr>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0" name="Shape 1270"/>
        <p:cNvGrpSpPr/>
        <p:nvPr/>
      </p:nvGrpSpPr>
      <p:grpSpPr>
        <a:xfrm>
          <a:off x="0" y="0"/>
          <a:ext cx="0" cy="0"/>
          <a:chOff x="0" y="0"/>
          <a:chExt cx="0" cy="0"/>
        </a:xfrm>
      </p:grpSpPr>
      <p:sp>
        <p:nvSpPr>
          <p:cNvPr id="1271" name="Google Shape;1271;p57"/>
          <p:cNvSpPr txBox="1"/>
          <p:nvPr/>
        </p:nvSpPr>
        <p:spPr>
          <a:xfrm>
            <a:off x="119775" y="12577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Flip </a:t>
            </a:r>
            <a:r>
              <a:rPr lang="en" sz="4120">
                <a:solidFill>
                  <a:srgbClr val="CCCCCC"/>
                </a:solidFill>
                <a:latin typeface="Oswald"/>
                <a:ea typeface="Oswald"/>
                <a:cs typeface="Oswald"/>
                <a:sym typeface="Oswald"/>
              </a:rPr>
              <a:t>Beast Slants 3 Arrow</a:t>
            </a:r>
            <a:endParaRPr sz="4120">
              <a:solidFill>
                <a:srgbClr val="CCCCCC"/>
              </a:solidFill>
              <a:latin typeface="Oswald"/>
              <a:ea typeface="Oswald"/>
              <a:cs typeface="Oswald"/>
              <a:sym typeface="Oswald"/>
            </a:endParaRPr>
          </a:p>
        </p:txBody>
      </p:sp>
      <p:sp>
        <p:nvSpPr>
          <p:cNvPr id="1272" name="Google Shape;1272;p57"/>
          <p:cNvSpPr/>
          <p:nvPr/>
        </p:nvSpPr>
        <p:spPr>
          <a:xfrm>
            <a:off x="4444432" y="2662166"/>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57"/>
          <p:cNvSpPr/>
          <p:nvPr/>
        </p:nvSpPr>
        <p:spPr>
          <a:xfrm>
            <a:off x="5103472"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57"/>
          <p:cNvSpPr/>
          <p:nvPr/>
        </p:nvSpPr>
        <p:spPr>
          <a:xfrm>
            <a:off x="5860649"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57"/>
          <p:cNvSpPr/>
          <p:nvPr/>
        </p:nvSpPr>
        <p:spPr>
          <a:xfrm>
            <a:off x="2930077"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57"/>
          <p:cNvSpPr/>
          <p:nvPr/>
        </p:nvSpPr>
        <p:spPr>
          <a:xfrm>
            <a:off x="3687254"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57"/>
          <p:cNvSpPr/>
          <p:nvPr/>
        </p:nvSpPr>
        <p:spPr>
          <a:xfrm>
            <a:off x="6943280" y="31485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1278" name="Google Shape;1278;p57"/>
          <p:cNvSpPr/>
          <p:nvPr/>
        </p:nvSpPr>
        <p:spPr>
          <a:xfrm>
            <a:off x="7429468" y="3159621"/>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1279" name="Google Shape;1279;p57"/>
          <p:cNvSpPr/>
          <p:nvPr/>
        </p:nvSpPr>
        <p:spPr>
          <a:xfrm>
            <a:off x="7933883" y="2739626"/>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1280" name="Google Shape;1280;p57"/>
          <p:cNvSpPr/>
          <p:nvPr/>
        </p:nvSpPr>
        <p:spPr>
          <a:xfrm>
            <a:off x="4595792" y="4339059"/>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1281" name="Google Shape;1281;p57"/>
          <p:cNvSpPr/>
          <p:nvPr/>
        </p:nvSpPr>
        <p:spPr>
          <a:xfrm>
            <a:off x="4058662" y="4339060"/>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1282" name="Google Shape;1282;p57"/>
          <p:cNvSpPr/>
          <p:nvPr/>
        </p:nvSpPr>
        <p:spPr>
          <a:xfrm>
            <a:off x="6562448" y="2662310"/>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1283" name="Google Shape;1283;p57"/>
          <p:cNvCxnSpPr/>
          <p:nvPr/>
        </p:nvCxnSpPr>
        <p:spPr>
          <a:xfrm flipH="1" rot="10800000">
            <a:off x="159550" y="7653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1284" name="Google Shape;1284;p57"/>
          <p:cNvPicPr preferRelativeResize="0"/>
          <p:nvPr/>
        </p:nvPicPr>
        <p:blipFill rotWithShape="1">
          <a:blip r:embed="rId3">
            <a:alphaModFix/>
          </a:blip>
          <a:srcRect b="67519" l="30670" r="30468" t="12480"/>
          <a:stretch/>
        </p:blipFill>
        <p:spPr>
          <a:xfrm>
            <a:off x="8037200" y="4436625"/>
            <a:ext cx="1017727" cy="572700"/>
          </a:xfrm>
          <a:prstGeom prst="rect">
            <a:avLst/>
          </a:prstGeom>
          <a:noFill/>
          <a:ln>
            <a:noFill/>
          </a:ln>
        </p:spPr>
      </p:pic>
      <p:sp>
        <p:nvSpPr>
          <p:cNvPr id="1285" name="Google Shape;1285;p57"/>
          <p:cNvSpPr/>
          <p:nvPr/>
        </p:nvSpPr>
        <p:spPr>
          <a:xfrm rot="-4056195">
            <a:off x="3708521" y="3528545"/>
            <a:ext cx="443227" cy="752887"/>
          </a:xfrm>
          <a:custGeom>
            <a:rect b="b" l="l" r="r" t="t"/>
            <a:pathLst>
              <a:path extrusionOk="0" h="33828" w="29524">
                <a:moveTo>
                  <a:pt x="0" y="33828"/>
                </a:moveTo>
                <a:cubicBezTo>
                  <a:pt x="3332" y="31727"/>
                  <a:pt x="15069" y="26857"/>
                  <a:pt x="19990" y="21219"/>
                </a:cubicBezTo>
                <a:cubicBezTo>
                  <a:pt x="24911" y="15581"/>
                  <a:pt x="27935" y="3537"/>
                  <a:pt x="29524" y="0"/>
                </a:cubicBezTo>
              </a:path>
            </a:pathLst>
          </a:custGeom>
          <a:noFill/>
          <a:ln cap="flat" cmpd="sng" w="9525">
            <a:solidFill>
              <a:schemeClr val="dk2"/>
            </a:solidFill>
            <a:prstDash val="solid"/>
            <a:round/>
            <a:headEnd len="med" w="med" type="none"/>
            <a:tailEnd len="med" w="med" type="oval"/>
          </a:ln>
        </p:spPr>
      </p:sp>
      <p:sp>
        <p:nvSpPr>
          <p:cNvPr id="1286" name="Google Shape;1286;p57"/>
          <p:cNvSpPr/>
          <p:nvPr/>
        </p:nvSpPr>
        <p:spPr>
          <a:xfrm>
            <a:off x="6718800" y="2280375"/>
            <a:ext cx="169150" cy="299850"/>
          </a:xfrm>
          <a:custGeom>
            <a:rect b="b" l="l" r="r" t="t"/>
            <a:pathLst>
              <a:path extrusionOk="0" h="11994" w="6766">
                <a:moveTo>
                  <a:pt x="0" y="11994"/>
                </a:moveTo>
                <a:cubicBezTo>
                  <a:pt x="410" y="10661"/>
                  <a:pt x="1333" y="5997"/>
                  <a:pt x="2461" y="3998"/>
                </a:cubicBezTo>
                <a:cubicBezTo>
                  <a:pt x="3589" y="1999"/>
                  <a:pt x="6049" y="666"/>
                  <a:pt x="6766" y="0"/>
                </a:cubicBezTo>
              </a:path>
            </a:pathLst>
          </a:custGeom>
          <a:noFill/>
          <a:ln cap="flat" cmpd="sng" w="9525">
            <a:solidFill>
              <a:schemeClr val="dk2"/>
            </a:solidFill>
            <a:prstDash val="solid"/>
            <a:round/>
            <a:headEnd len="med" w="med" type="none"/>
            <a:tailEnd len="med" w="med" type="oval"/>
          </a:ln>
        </p:spPr>
      </p:sp>
      <p:sp>
        <p:nvSpPr>
          <p:cNvPr id="1287" name="Google Shape;1287;p57"/>
          <p:cNvSpPr/>
          <p:nvPr/>
        </p:nvSpPr>
        <p:spPr>
          <a:xfrm>
            <a:off x="6818750" y="957975"/>
            <a:ext cx="1568600" cy="1637625"/>
          </a:xfrm>
          <a:custGeom>
            <a:rect b="b" l="l" r="r" t="t"/>
            <a:pathLst>
              <a:path extrusionOk="0" h="65505" w="62744">
                <a:moveTo>
                  <a:pt x="56279" y="65505"/>
                </a:moveTo>
                <a:cubicBezTo>
                  <a:pt x="56740" y="60584"/>
                  <a:pt x="68427" y="46899"/>
                  <a:pt x="59047" y="35981"/>
                </a:cubicBezTo>
                <a:cubicBezTo>
                  <a:pt x="49667" y="25064"/>
                  <a:pt x="9841" y="5997"/>
                  <a:pt x="0" y="0"/>
                </a:cubicBezTo>
              </a:path>
            </a:pathLst>
          </a:custGeom>
          <a:noFill/>
          <a:ln cap="flat" cmpd="sng" w="9525">
            <a:solidFill>
              <a:schemeClr val="dk2"/>
            </a:solidFill>
            <a:prstDash val="solid"/>
            <a:round/>
            <a:headEnd len="med" w="med" type="none"/>
            <a:tailEnd len="med" w="med" type="stealth"/>
          </a:ln>
        </p:spPr>
      </p:sp>
      <p:sp>
        <p:nvSpPr>
          <p:cNvPr id="1288" name="Google Shape;1288;p57"/>
          <p:cNvSpPr/>
          <p:nvPr/>
        </p:nvSpPr>
        <p:spPr>
          <a:xfrm>
            <a:off x="6156175" y="1271825"/>
            <a:ext cx="1568600" cy="1637625"/>
          </a:xfrm>
          <a:custGeom>
            <a:rect b="b" l="l" r="r" t="t"/>
            <a:pathLst>
              <a:path extrusionOk="0" h="65505" w="62744">
                <a:moveTo>
                  <a:pt x="56279" y="65505"/>
                </a:moveTo>
                <a:cubicBezTo>
                  <a:pt x="56740" y="60584"/>
                  <a:pt x="68427" y="46899"/>
                  <a:pt x="59047" y="35981"/>
                </a:cubicBezTo>
                <a:cubicBezTo>
                  <a:pt x="49667" y="25064"/>
                  <a:pt x="9841" y="5997"/>
                  <a:pt x="0" y="0"/>
                </a:cubicBezTo>
              </a:path>
            </a:pathLst>
          </a:custGeom>
          <a:noFill/>
          <a:ln cap="flat" cmpd="sng" w="9525">
            <a:solidFill>
              <a:schemeClr val="dk2"/>
            </a:solidFill>
            <a:prstDash val="solid"/>
            <a:round/>
            <a:headEnd len="med" w="med" type="none"/>
            <a:tailEnd len="med" w="med" type="stealth"/>
          </a:ln>
        </p:spPr>
      </p:sp>
      <p:sp>
        <p:nvSpPr>
          <p:cNvPr id="1289" name="Google Shape;1289;p57"/>
          <p:cNvSpPr/>
          <p:nvPr/>
        </p:nvSpPr>
        <p:spPr>
          <a:xfrm>
            <a:off x="7141675" y="2457200"/>
            <a:ext cx="1483850" cy="584325"/>
          </a:xfrm>
          <a:custGeom>
            <a:rect b="b" l="l" r="r" t="t"/>
            <a:pathLst>
              <a:path extrusionOk="0" h="23373" w="59354">
                <a:moveTo>
                  <a:pt x="0" y="23373"/>
                </a:moveTo>
                <a:cubicBezTo>
                  <a:pt x="1691" y="20349"/>
                  <a:pt x="256" y="9124"/>
                  <a:pt x="10148" y="5228"/>
                </a:cubicBezTo>
                <a:cubicBezTo>
                  <a:pt x="20040" y="1333"/>
                  <a:pt x="51153" y="871"/>
                  <a:pt x="59354" y="0"/>
                </a:cubicBezTo>
              </a:path>
            </a:pathLst>
          </a:custGeom>
          <a:noFill/>
          <a:ln cap="flat" cmpd="sng" w="9525">
            <a:solidFill>
              <a:schemeClr val="dk2"/>
            </a:solidFill>
            <a:prstDash val="solid"/>
            <a:round/>
            <a:headEnd len="med" w="med" type="none"/>
            <a:tailEnd len="med" w="med" type="triangle"/>
          </a:ln>
        </p:spPr>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93" name="Shape 1293"/>
        <p:cNvGrpSpPr/>
        <p:nvPr/>
      </p:nvGrpSpPr>
      <p:grpSpPr>
        <a:xfrm>
          <a:off x="0" y="0"/>
          <a:ext cx="0" cy="0"/>
          <a:chOff x="0" y="0"/>
          <a:chExt cx="0" cy="0"/>
        </a:xfrm>
      </p:grpSpPr>
      <p:sp>
        <p:nvSpPr>
          <p:cNvPr id="1294" name="Google Shape;1294;p58"/>
          <p:cNvSpPr txBox="1"/>
          <p:nvPr/>
        </p:nvSpPr>
        <p:spPr>
          <a:xfrm>
            <a:off x="119775" y="12577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Flip Beast 2 Wheel 4 Drag</a:t>
            </a:r>
            <a:endParaRPr sz="4120">
              <a:solidFill>
                <a:srgbClr val="CCCCCC"/>
              </a:solidFill>
              <a:latin typeface="Oswald"/>
              <a:ea typeface="Oswald"/>
              <a:cs typeface="Oswald"/>
              <a:sym typeface="Oswald"/>
            </a:endParaRPr>
          </a:p>
        </p:txBody>
      </p:sp>
      <p:sp>
        <p:nvSpPr>
          <p:cNvPr id="1295" name="Google Shape;1295;p58"/>
          <p:cNvSpPr/>
          <p:nvPr/>
        </p:nvSpPr>
        <p:spPr>
          <a:xfrm>
            <a:off x="4444432" y="2662166"/>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58"/>
          <p:cNvSpPr/>
          <p:nvPr/>
        </p:nvSpPr>
        <p:spPr>
          <a:xfrm>
            <a:off x="5103472"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58"/>
          <p:cNvSpPr/>
          <p:nvPr/>
        </p:nvSpPr>
        <p:spPr>
          <a:xfrm>
            <a:off x="5860649"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58"/>
          <p:cNvSpPr/>
          <p:nvPr/>
        </p:nvSpPr>
        <p:spPr>
          <a:xfrm>
            <a:off x="2930077"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58"/>
          <p:cNvSpPr/>
          <p:nvPr/>
        </p:nvSpPr>
        <p:spPr>
          <a:xfrm>
            <a:off x="3687254"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58"/>
          <p:cNvSpPr/>
          <p:nvPr/>
        </p:nvSpPr>
        <p:spPr>
          <a:xfrm>
            <a:off x="6943280" y="31485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1301" name="Google Shape;1301;p58"/>
          <p:cNvSpPr/>
          <p:nvPr/>
        </p:nvSpPr>
        <p:spPr>
          <a:xfrm>
            <a:off x="7429468" y="3159621"/>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1302" name="Google Shape;1302;p58"/>
          <p:cNvSpPr/>
          <p:nvPr/>
        </p:nvSpPr>
        <p:spPr>
          <a:xfrm>
            <a:off x="7933883" y="2739626"/>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1303" name="Google Shape;1303;p58"/>
          <p:cNvSpPr/>
          <p:nvPr/>
        </p:nvSpPr>
        <p:spPr>
          <a:xfrm>
            <a:off x="4595792" y="4339059"/>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1304" name="Google Shape;1304;p58"/>
          <p:cNvSpPr/>
          <p:nvPr/>
        </p:nvSpPr>
        <p:spPr>
          <a:xfrm>
            <a:off x="4058662" y="4339060"/>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1305" name="Google Shape;1305;p58"/>
          <p:cNvSpPr/>
          <p:nvPr/>
        </p:nvSpPr>
        <p:spPr>
          <a:xfrm>
            <a:off x="6562448" y="2662310"/>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1306" name="Google Shape;1306;p58"/>
          <p:cNvCxnSpPr/>
          <p:nvPr/>
        </p:nvCxnSpPr>
        <p:spPr>
          <a:xfrm flipH="1" rot="10800000">
            <a:off x="159550" y="7653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1307" name="Google Shape;1307;p58"/>
          <p:cNvPicPr preferRelativeResize="0"/>
          <p:nvPr/>
        </p:nvPicPr>
        <p:blipFill rotWithShape="1">
          <a:blip r:embed="rId3">
            <a:alphaModFix/>
          </a:blip>
          <a:srcRect b="67519" l="30670" r="30468" t="12480"/>
          <a:stretch/>
        </p:blipFill>
        <p:spPr>
          <a:xfrm>
            <a:off x="8037200" y="4436625"/>
            <a:ext cx="1017727" cy="572700"/>
          </a:xfrm>
          <a:prstGeom prst="rect">
            <a:avLst/>
          </a:prstGeom>
          <a:noFill/>
          <a:ln>
            <a:noFill/>
          </a:ln>
        </p:spPr>
      </p:pic>
      <p:sp>
        <p:nvSpPr>
          <p:cNvPr id="1308" name="Google Shape;1308;p58"/>
          <p:cNvSpPr/>
          <p:nvPr/>
        </p:nvSpPr>
        <p:spPr>
          <a:xfrm>
            <a:off x="6718800" y="2280375"/>
            <a:ext cx="169150" cy="299850"/>
          </a:xfrm>
          <a:custGeom>
            <a:rect b="b" l="l" r="r" t="t"/>
            <a:pathLst>
              <a:path extrusionOk="0" h="11994" w="6766">
                <a:moveTo>
                  <a:pt x="0" y="11994"/>
                </a:moveTo>
                <a:cubicBezTo>
                  <a:pt x="410" y="10661"/>
                  <a:pt x="1333" y="5997"/>
                  <a:pt x="2461" y="3998"/>
                </a:cubicBezTo>
                <a:cubicBezTo>
                  <a:pt x="3589" y="1999"/>
                  <a:pt x="6049" y="666"/>
                  <a:pt x="6766" y="0"/>
                </a:cubicBezTo>
              </a:path>
            </a:pathLst>
          </a:custGeom>
          <a:noFill/>
          <a:ln cap="flat" cmpd="sng" w="9525">
            <a:solidFill>
              <a:schemeClr val="dk2"/>
            </a:solidFill>
            <a:prstDash val="solid"/>
            <a:round/>
            <a:headEnd len="med" w="med" type="none"/>
            <a:tailEnd len="med" w="med" type="oval"/>
          </a:ln>
        </p:spPr>
      </p:sp>
      <p:sp>
        <p:nvSpPr>
          <p:cNvPr id="1309" name="Google Shape;1309;p58"/>
          <p:cNvSpPr/>
          <p:nvPr/>
        </p:nvSpPr>
        <p:spPr>
          <a:xfrm>
            <a:off x="6818750" y="957975"/>
            <a:ext cx="1568600" cy="1637625"/>
          </a:xfrm>
          <a:custGeom>
            <a:rect b="b" l="l" r="r" t="t"/>
            <a:pathLst>
              <a:path extrusionOk="0" h="65505" w="62744">
                <a:moveTo>
                  <a:pt x="56279" y="65505"/>
                </a:moveTo>
                <a:cubicBezTo>
                  <a:pt x="56740" y="60584"/>
                  <a:pt x="68427" y="46899"/>
                  <a:pt x="59047" y="35981"/>
                </a:cubicBezTo>
                <a:cubicBezTo>
                  <a:pt x="49667" y="25064"/>
                  <a:pt x="9841" y="5997"/>
                  <a:pt x="0" y="0"/>
                </a:cubicBezTo>
              </a:path>
            </a:pathLst>
          </a:custGeom>
          <a:noFill/>
          <a:ln cap="flat" cmpd="sng" w="9525">
            <a:solidFill>
              <a:schemeClr val="dk2"/>
            </a:solidFill>
            <a:prstDash val="solid"/>
            <a:round/>
            <a:headEnd len="med" w="med" type="none"/>
            <a:tailEnd len="med" w="med" type="stealth"/>
          </a:ln>
        </p:spPr>
      </p:sp>
      <p:sp>
        <p:nvSpPr>
          <p:cNvPr id="1310" name="Google Shape;1310;p58"/>
          <p:cNvSpPr/>
          <p:nvPr/>
        </p:nvSpPr>
        <p:spPr>
          <a:xfrm>
            <a:off x="411604" y="1919025"/>
            <a:ext cx="3656425" cy="2733625"/>
          </a:xfrm>
          <a:custGeom>
            <a:rect b="b" l="l" r="r" t="t"/>
            <a:pathLst>
              <a:path extrusionOk="0" h="109345" w="146257">
                <a:moveTo>
                  <a:pt x="144652" y="107329"/>
                </a:moveTo>
                <a:cubicBezTo>
                  <a:pt x="142704" y="107278"/>
                  <a:pt x="154749" y="112044"/>
                  <a:pt x="132965" y="107021"/>
                </a:cubicBezTo>
                <a:cubicBezTo>
                  <a:pt x="111181" y="101998"/>
                  <a:pt x="35939" y="95028"/>
                  <a:pt x="13950" y="77191"/>
                </a:cubicBezTo>
                <a:cubicBezTo>
                  <a:pt x="-8039" y="59354"/>
                  <a:pt x="3186" y="12865"/>
                  <a:pt x="1033" y="0"/>
                </a:cubicBezTo>
              </a:path>
            </a:pathLst>
          </a:custGeom>
          <a:noFill/>
          <a:ln cap="flat" cmpd="sng" w="9525">
            <a:solidFill>
              <a:schemeClr val="dk2"/>
            </a:solidFill>
            <a:prstDash val="solid"/>
            <a:round/>
            <a:headEnd len="med" w="med" type="none"/>
            <a:tailEnd len="med" w="med" type="stealth"/>
          </a:ln>
        </p:spPr>
      </p:sp>
      <p:sp>
        <p:nvSpPr>
          <p:cNvPr id="1311" name="Google Shape;1311;p58"/>
          <p:cNvSpPr/>
          <p:nvPr/>
        </p:nvSpPr>
        <p:spPr>
          <a:xfrm>
            <a:off x="3249175" y="3395175"/>
            <a:ext cx="3536650" cy="7700"/>
          </a:xfrm>
          <a:custGeom>
            <a:rect b="b" l="l" r="r" t="t"/>
            <a:pathLst>
              <a:path extrusionOk="0" h="308" w="141466">
                <a:moveTo>
                  <a:pt x="141466" y="0"/>
                </a:moveTo>
                <a:lnTo>
                  <a:pt x="0" y="308"/>
                </a:lnTo>
              </a:path>
            </a:pathLst>
          </a:custGeom>
          <a:noFill/>
          <a:ln cap="flat" cmpd="sng" w="9525">
            <a:solidFill>
              <a:schemeClr val="dk2"/>
            </a:solidFill>
            <a:prstDash val="solid"/>
            <a:round/>
            <a:headEnd len="med" w="med" type="none"/>
            <a:tailEnd len="med" w="med" type="oval"/>
          </a:ln>
        </p:spPr>
      </p:sp>
      <p:sp>
        <p:nvSpPr>
          <p:cNvPr id="1312" name="Google Shape;1312;p58"/>
          <p:cNvSpPr/>
          <p:nvPr/>
        </p:nvSpPr>
        <p:spPr>
          <a:xfrm>
            <a:off x="2421025" y="1968033"/>
            <a:ext cx="5181950" cy="1111900"/>
          </a:xfrm>
          <a:custGeom>
            <a:rect b="b" l="l" r="r" t="t"/>
            <a:pathLst>
              <a:path extrusionOk="0" h="44476" w="207278">
                <a:moveTo>
                  <a:pt x="207278" y="44477"/>
                </a:moveTo>
                <a:cubicBezTo>
                  <a:pt x="201179" y="37814"/>
                  <a:pt x="205227" y="11828"/>
                  <a:pt x="170681" y="4498"/>
                </a:cubicBezTo>
                <a:cubicBezTo>
                  <a:pt x="136135" y="-2831"/>
                  <a:pt x="28447" y="1166"/>
                  <a:pt x="0" y="500"/>
                </a:cubicBezTo>
              </a:path>
            </a:pathLst>
          </a:custGeom>
          <a:noFill/>
          <a:ln cap="flat" cmpd="sng" w="9525">
            <a:solidFill>
              <a:schemeClr val="dk2"/>
            </a:solidFill>
            <a:prstDash val="solid"/>
            <a:round/>
            <a:headEnd len="med" w="med" type="none"/>
            <a:tailEnd len="med" w="med" type="stealth"/>
          </a:ln>
        </p:spPr>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16" name="Shape 1316"/>
        <p:cNvGrpSpPr/>
        <p:nvPr/>
      </p:nvGrpSpPr>
      <p:grpSpPr>
        <a:xfrm>
          <a:off x="0" y="0"/>
          <a:ext cx="0" cy="0"/>
          <a:chOff x="0" y="0"/>
          <a:chExt cx="0" cy="0"/>
        </a:xfrm>
      </p:grpSpPr>
      <p:sp>
        <p:nvSpPr>
          <p:cNvPr id="1317" name="Google Shape;1317;p59"/>
          <p:cNvSpPr txBox="1"/>
          <p:nvPr/>
        </p:nvSpPr>
        <p:spPr>
          <a:xfrm>
            <a:off x="119775" y="12577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Flip Beast 6 Hitch 3 Arrow</a:t>
            </a:r>
            <a:endParaRPr sz="4120">
              <a:solidFill>
                <a:srgbClr val="CCCCCC"/>
              </a:solidFill>
              <a:latin typeface="Oswald"/>
              <a:ea typeface="Oswald"/>
              <a:cs typeface="Oswald"/>
              <a:sym typeface="Oswald"/>
            </a:endParaRPr>
          </a:p>
        </p:txBody>
      </p:sp>
      <p:sp>
        <p:nvSpPr>
          <p:cNvPr id="1318" name="Google Shape;1318;p59"/>
          <p:cNvSpPr/>
          <p:nvPr/>
        </p:nvSpPr>
        <p:spPr>
          <a:xfrm>
            <a:off x="4444432" y="2662166"/>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59"/>
          <p:cNvSpPr/>
          <p:nvPr/>
        </p:nvSpPr>
        <p:spPr>
          <a:xfrm>
            <a:off x="5103472"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59"/>
          <p:cNvSpPr/>
          <p:nvPr/>
        </p:nvSpPr>
        <p:spPr>
          <a:xfrm>
            <a:off x="5860649"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59"/>
          <p:cNvSpPr/>
          <p:nvPr/>
        </p:nvSpPr>
        <p:spPr>
          <a:xfrm>
            <a:off x="2930077"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59"/>
          <p:cNvSpPr/>
          <p:nvPr/>
        </p:nvSpPr>
        <p:spPr>
          <a:xfrm>
            <a:off x="3687254"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59"/>
          <p:cNvSpPr/>
          <p:nvPr/>
        </p:nvSpPr>
        <p:spPr>
          <a:xfrm>
            <a:off x="6943280" y="31485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1324" name="Google Shape;1324;p59"/>
          <p:cNvSpPr/>
          <p:nvPr/>
        </p:nvSpPr>
        <p:spPr>
          <a:xfrm>
            <a:off x="7429468" y="3159621"/>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1325" name="Google Shape;1325;p59"/>
          <p:cNvSpPr/>
          <p:nvPr/>
        </p:nvSpPr>
        <p:spPr>
          <a:xfrm>
            <a:off x="7933883" y="2739626"/>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1326" name="Google Shape;1326;p59"/>
          <p:cNvSpPr/>
          <p:nvPr/>
        </p:nvSpPr>
        <p:spPr>
          <a:xfrm>
            <a:off x="4595792" y="4339059"/>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1327" name="Google Shape;1327;p59"/>
          <p:cNvSpPr/>
          <p:nvPr/>
        </p:nvSpPr>
        <p:spPr>
          <a:xfrm>
            <a:off x="4058662" y="4339060"/>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1328" name="Google Shape;1328;p59"/>
          <p:cNvSpPr/>
          <p:nvPr/>
        </p:nvSpPr>
        <p:spPr>
          <a:xfrm>
            <a:off x="6562448" y="2662310"/>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1329" name="Google Shape;1329;p59"/>
          <p:cNvCxnSpPr/>
          <p:nvPr/>
        </p:nvCxnSpPr>
        <p:spPr>
          <a:xfrm flipH="1" rot="10800000">
            <a:off x="159550" y="7653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1330" name="Google Shape;1330;p59"/>
          <p:cNvPicPr preferRelativeResize="0"/>
          <p:nvPr/>
        </p:nvPicPr>
        <p:blipFill rotWithShape="1">
          <a:blip r:embed="rId3">
            <a:alphaModFix/>
          </a:blip>
          <a:srcRect b="67519" l="30670" r="30468" t="12480"/>
          <a:stretch/>
        </p:blipFill>
        <p:spPr>
          <a:xfrm>
            <a:off x="8037200" y="4436625"/>
            <a:ext cx="1017727" cy="572700"/>
          </a:xfrm>
          <a:prstGeom prst="rect">
            <a:avLst/>
          </a:prstGeom>
          <a:noFill/>
          <a:ln>
            <a:noFill/>
          </a:ln>
        </p:spPr>
      </p:pic>
      <p:sp>
        <p:nvSpPr>
          <p:cNvPr id="1331" name="Google Shape;1331;p59"/>
          <p:cNvSpPr/>
          <p:nvPr/>
        </p:nvSpPr>
        <p:spPr>
          <a:xfrm>
            <a:off x="6718800" y="2280375"/>
            <a:ext cx="169150" cy="299850"/>
          </a:xfrm>
          <a:custGeom>
            <a:rect b="b" l="l" r="r" t="t"/>
            <a:pathLst>
              <a:path extrusionOk="0" h="11994" w="6766">
                <a:moveTo>
                  <a:pt x="0" y="11994"/>
                </a:moveTo>
                <a:cubicBezTo>
                  <a:pt x="410" y="10661"/>
                  <a:pt x="1333" y="5997"/>
                  <a:pt x="2461" y="3998"/>
                </a:cubicBezTo>
                <a:cubicBezTo>
                  <a:pt x="3589" y="1999"/>
                  <a:pt x="6049" y="666"/>
                  <a:pt x="6766" y="0"/>
                </a:cubicBezTo>
              </a:path>
            </a:pathLst>
          </a:custGeom>
          <a:noFill/>
          <a:ln cap="flat" cmpd="sng" w="9525">
            <a:solidFill>
              <a:schemeClr val="dk2"/>
            </a:solidFill>
            <a:prstDash val="solid"/>
            <a:round/>
            <a:headEnd len="med" w="med" type="none"/>
            <a:tailEnd len="med" w="med" type="oval"/>
          </a:ln>
        </p:spPr>
      </p:sp>
      <p:sp>
        <p:nvSpPr>
          <p:cNvPr id="1332" name="Google Shape;1332;p59"/>
          <p:cNvSpPr/>
          <p:nvPr/>
        </p:nvSpPr>
        <p:spPr>
          <a:xfrm>
            <a:off x="2421025" y="1968033"/>
            <a:ext cx="5181950" cy="1111900"/>
          </a:xfrm>
          <a:custGeom>
            <a:rect b="b" l="l" r="r" t="t"/>
            <a:pathLst>
              <a:path extrusionOk="0" h="44476" w="207278">
                <a:moveTo>
                  <a:pt x="207278" y="44477"/>
                </a:moveTo>
                <a:cubicBezTo>
                  <a:pt x="201179" y="37814"/>
                  <a:pt x="205227" y="11828"/>
                  <a:pt x="170681" y="4498"/>
                </a:cubicBezTo>
                <a:cubicBezTo>
                  <a:pt x="136135" y="-2831"/>
                  <a:pt x="28447" y="1166"/>
                  <a:pt x="0" y="500"/>
                </a:cubicBezTo>
              </a:path>
            </a:pathLst>
          </a:custGeom>
          <a:noFill/>
          <a:ln cap="flat" cmpd="sng" w="9525">
            <a:solidFill>
              <a:schemeClr val="dk2"/>
            </a:solidFill>
            <a:prstDash val="solid"/>
            <a:round/>
            <a:headEnd len="med" w="med" type="none"/>
            <a:tailEnd len="med" w="med" type="stealth"/>
          </a:ln>
        </p:spPr>
      </p:sp>
      <p:sp>
        <p:nvSpPr>
          <p:cNvPr id="1333" name="Google Shape;1333;p59"/>
          <p:cNvSpPr/>
          <p:nvPr/>
        </p:nvSpPr>
        <p:spPr>
          <a:xfrm>
            <a:off x="7702925" y="1328848"/>
            <a:ext cx="322900" cy="1312875"/>
          </a:xfrm>
          <a:custGeom>
            <a:rect b="b" l="l" r="r" t="t"/>
            <a:pathLst>
              <a:path extrusionOk="0" h="52515" w="12916">
                <a:moveTo>
                  <a:pt x="12916" y="52515"/>
                </a:moveTo>
                <a:cubicBezTo>
                  <a:pt x="12404" y="44109"/>
                  <a:pt x="11994" y="9152"/>
                  <a:pt x="9841" y="2079"/>
                </a:cubicBezTo>
                <a:cubicBezTo>
                  <a:pt x="7688" y="-4994"/>
                  <a:pt x="1640" y="8742"/>
                  <a:pt x="0" y="10075"/>
                </a:cubicBezTo>
              </a:path>
            </a:pathLst>
          </a:custGeom>
          <a:noFill/>
          <a:ln cap="flat" cmpd="sng" w="9525">
            <a:solidFill>
              <a:schemeClr val="dk2"/>
            </a:solidFill>
            <a:prstDash val="solid"/>
            <a:round/>
            <a:headEnd len="med" w="med" type="none"/>
            <a:tailEnd len="med" w="med" type="stealth"/>
          </a:ln>
        </p:spPr>
      </p:sp>
      <p:sp>
        <p:nvSpPr>
          <p:cNvPr id="1334" name="Google Shape;1334;p59"/>
          <p:cNvSpPr/>
          <p:nvPr/>
        </p:nvSpPr>
        <p:spPr>
          <a:xfrm>
            <a:off x="7787500" y="673500"/>
            <a:ext cx="702900" cy="2544850"/>
          </a:xfrm>
          <a:custGeom>
            <a:rect b="b" l="l" r="r" t="t"/>
            <a:pathLst>
              <a:path extrusionOk="0" h="101794" w="28116">
                <a:moveTo>
                  <a:pt x="0" y="101794"/>
                </a:moveTo>
                <a:cubicBezTo>
                  <a:pt x="4254" y="96720"/>
                  <a:pt x="20963" y="88314"/>
                  <a:pt x="25525" y="71348"/>
                </a:cubicBezTo>
                <a:cubicBezTo>
                  <a:pt x="30087" y="54382"/>
                  <a:pt x="27063" y="11891"/>
                  <a:pt x="27370" y="0"/>
                </a:cubicBezTo>
              </a:path>
            </a:pathLst>
          </a:custGeom>
          <a:noFill/>
          <a:ln cap="flat" cmpd="sng" w="9525">
            <a:solidFill>
              <a:schemeClr val="dk2"/>
            </a:solidFill>
            <a:prstDash val="solid"/>
            <a:round/>
            <a:headEnd len="med" w="med" type="none"/>
            <a:tailEnd len="med" w="med" type="stealth"/>
          </a:ln>
        </p:spPr>
      </p:sp>
      <p:sp>
        <p:nvSpPr>
          <p:cNvPr id="1335" name="Google Shape;1335;p59"/>
          <p:cNvSpPr/>
          <p:nvPr/>
        </p:nvSpPr>
        <p:spPr>
          <a:xfrm>
            <a:off x="7163454" y="2626350"/>
            <a:ext cx="1500475" cy="544575"/>
          </a:xfrm>
          <a:custGeom>
            <a:rect b="b" l="l" r="r" t="t"/>
            <a:pathLst>
              <a:path extrusionOk="0" h="21783" w="60019">
                <a:moveTo>
                  <a:pt x="1589" y="20912"/>
                </a:moveTo>
                <a:cubicBezTo>
                  <a:pt x="2153" y="20553"/>
                  <a:pt x="0" y="21783"/>
                  <a:pt x="4972" y="18759"/>
                </a:cubicBezTo>
                <a:cubicBezTo>
                  <a:pt x="9944" y="15735"/>
                  <a:pt x="22245" y="5895"/>
                  <a:pt x="31420" y="2768"/>
                </a:cubicBezTo>
                <a:cubicBezTo>
                  <a:pt x="40595" y="-358"/>
                  <a:pt x="55253" y="461"/>
                  <a:pt x="60020" y="0"/>
                </a:cubicBezTo>
              </a:path>
            </a:pathLst>
          </a:custGeom>
          <a:noFill/>
          <a:ln cap="flat" cmpd="sng" w="9525">
            <a:solidFill>
              <a:schemeClr val="dk2"/>
            </a:solidFill>
            <a:prstDash val="solid"/>
            <a:round/>
            <a:headEnd len="med" w="med" type="none"/>
            <a:tailEnd len="med" w="med" type="triangle"/>
          </a:ln>
        </p:spPr>
      </p:sp>
      <p:sp>
        <p:nvSpPr>
          <p:cNvPr id="1336" name="Google Shape;1336;p59"/>
          <p:cNvSpPr/>
          <p:nvPr/>
        </p:nvSpPr>
        <p:spPr>
          <a:xfrm>
            <a:off x="3282125" y="3487425"/>
            <a:ext cx="876475" cy="761150"/>
          </a:xfrm>
          <a:custGeom>
            <a:rect b="b" l="l" r="r" t="t"/>
            <a:pathLst>
              <a:path extrusionOk="0" h="30446" w="35059">
                <a:moveTo>
                  <a:pt x="35059" y="30446"/>
                </a:moveTo>
                <a:lnTo>
                  <a:pt x="0" y="0"/>
                </a:lnTo>
              </a:path>
            </a:pathLst>
          </a:custGeom>
          <a:noFill/>
          <a:ln cap="flat" cmpd="sng" w="9525">
            <a:solidFill>
              <a:schemeClr val="dk2"/>
            </a:solidFill>
            <a:prstDash val="solid"/>
            <a:round/>
            <a:headEnd len="med" w="med" type="none"/>
            <a:tailEnd len="med" w="med" type="oval"/>
          </a:ln>
        </p:spPr>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40" name="Shape 1340"/>
        <p:cNvGrpSpPr/>
        <p:nvPr/>
      </p:nvGrpSpPr>
      <p:grpSpPr>
        <a:xfrm>
          <a:off x="0" y="0"/>
          <a:ext cx="0" cy="0"/>
          <a:chOff x="0" y="0"/>
          <a:chExt cx="0" cy="0"/>
        </a:xfrm>
      </p:grpSpPr>
      <p:sp>
        <p:nvSpPr>
          <p:cNvPr id="1341" name="Google Shape;1341;p60"/>
          <p:cNvSpPr txBox="1"/>
          <p:nvPr/>
        </p:nvSpPr>
        <p:spPr>
          <a:xfrm>
            <a:off x="119775" y="12577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20">
                <a:solidFill>
                  <a:srgbClr val="CCCCCC"/>
                </a:solidFill>
                <a:latin typeface="Oswald"/>
                <a:ea typeface="Oswald"/>
                <a:cs typeface="Oswald"/>
                <a:sym typeface="Oswald"/>
              </a:rPr>
              <a:t>Flip Beast 6 Hitch 3 Bubble</a:t>
            </a:r>
            <a:endParaRPr sz="4120">
              <a:solidFill>
                <a:srgbClr val="CCCCCC"/>
              </a:solidFill>
              <a:latin typeface="Oswald"/>
              <a:ea typeface="Oswald"/>
              <a:cs typeface="Oswald"/>
              <a:sym typeface="Oswald"/>
            </a:endParaRPr>
          </a:p>
        </p:txBody>
      </p:sp>
      <p:sp>
        <p:nvSpPr>
          <p:cNvPr id="1342" name="Google Shape;1342;p60"/>
          <p:cNvSpPr/>
          <p:nvPr/>
        </p:nvSpPr>
        <p:spPr>
          <a:xfrm>
            <a:off x="4444432" y="2662166"/>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60"/>
          <p:cNvSpPr/>
          <p:nvPr/>
        </p:nvSpPr>
        <p:spPr>
          <a:xfrm>
            <a:off x="5103472"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60"/>
          <p:cNvSpPr/>
          <p:nvPr/>
        </p:nvSpPr>
        <p:spPr>
          <a:xfrm>
            <a:off x="5860649"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60"/>
          <p:cNvSpPr/>
          <p:nvPr/>
        </p:nvSpPr>
        <p:spPr>
          <a:xfrm>
            <a:off x="2930077"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60"/>
          <p:cNvSpPr/>
          <p:nvPr/>
        </p:nvSpPr>
        <p:spPr>
          <a:xfrm>
            <a:off x="3687254" y="2662166"/>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60"/>
          <p:cNvSpPr/>
          <p:nvPr/>
        </p:nvSpPr>
        <p:spPr>
          <a:xfrm>
            <a:off x="6943280" y="31485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1348" name="Google Shape;1348;p60"/>
          <p:cNvSpPr/>
          <p:nvPr/>
        </p:nvSpPr>
        <p:spPr>
          <a:xfrm>
            <a:off x="7429468" y="3159621"/>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1349" name="Google Shape;1349;p60"/>
          <p:cNvSpPr/>
          <p:nvPr/>
        </p:nvSpPr>
        <p:spPr>
          <a:xfrm>
            <a:off x="7933883" y="2739626"/>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1350" name="Google Shape;1350;p60"/>
          <p:cNvSpPr/>
          <p:nvPr/>
        </p:nvSpPr>
        <p:spPr>
          <a:xfrm>
            <a:off x="4595792" y="4339059"/>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1351" name="Google Shape;1351;p60"/>
          <p:cNvSpPr/>
          <p:nvPr/>
        </p:nvSpPr>
        <p:spPr>
          <a:xfrm>
            <a:off x="4058662" y="4339060"/>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1352" name="Google Shape;1352;p60"/>
          <p:cNvSpPr/>
          <p:nvPr/>
        </p:nvSpPr>
        <p:spPr>
          <a:xfrm>
            <a:off x="6562448" y="2662310"/>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1353" name="Google Shape;1353;p60"/>
          <p:cNvCxnSpPr/>
          <p:nvPr/>
        </p:nvCxnSpPr>
        <p:spPr>
          <a:xfrm flipH="1" rot="10800000">
            <a:off x="159550" y="765325"/>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1354" name="Google Shape;1354;p60"/>
          <p:cNvPicPr preferRelativeResize="0"/>
          <p:nvPr/>
        </p:nvPicPr>
        <p:blipFill rotWithShape="1">
          <a:blip r:embed="rId3">
            <a:alphaModFix/>
          </a:blip>
          <a:srcRect b="67519" l="30670" r="30468" t="12480"/>
          <a:stretch/>
        </p:blipFill>
        <p:spPr>
          <a:xfrm>
            <a:off x="8037200" y="4436625"/>
            <a:ext cx="1017727" cy="572700"/>
          </a:xfrm>
          <a:prstGeom prst="rect">
            <a:avLst/>
          </a:prstGeom>
          <a:noFill/>
          <a:ln>
            <a:noFill/>
          </a:ln>
        </p:spPr>
      </p:pic>
      <p:sp>
        <p:nvSpPr>
          <p:cNvPr id="1355" name="Google Shape;1355;p60"/>
          <p:cNvSpPr/>
          <p:nvPr/>
        </p:nvSpPr>
        <p:spPr>
          <a:xfrm>
            <a:off x="6718800" y="2280375"/>
            <a:ext cx="169150" cy="299850"/>
          </a:xfrm>
          <a:custGeom>
            <a:rect b="b" l="l" r="r" t="t"/>
            <a:pathLst>
              <a:path extrusionOk="0" h="11994" w="6766">
                <a:moveTo>
                  <a:pt x="0" y="11994"/>
                </a:moveTo>
                <a:cubicBezTo>
                  <a:pt x="410" y="10661"/>
                  <a:pt x="1333" y="5997"/>
                  <a:pt x="2461" y="3998"/>
                </a:cubicBezTo>
                <a:cubicBezTo>
                  <a:pt x="3589" y="1999"/>
                  <a:pt x="6049" y="666"/>
                  <a:pt x="6766" y="0"/>
                </a:cubicBezTo>
              </a:path>
            </a:pathLst>
          </a:custGeom>
          <a:noFill/>
          <a:ln cap="flat" cmpd="sng" w="9525">
            <a:solidFill>
              <a:schemeClr val="dk2"/>
            </a:solidFill>
            <a:prstDash val="solid"/>
            <a:round/>
            <a:headEnd len="med" w="med" type="none"/>
            <a:tailEnd len="med" w="med" type="oval"/>
          </a:ln>
        </p:spPr>
      </p:sp>
      <p:sp>
        <p:nvSpPr>
          <p:cNvPr id="1356" name="Google Shape;1356;p60"/>
          <p:cNvSpPr/>
          <p:nvPr/>
        </p:nvSpPr>
        <p:spPr>
          <a:xfrm>
            <a:off x="2421025" y="1968033"/>
            <a:ext cx="5181950" cy="1111900"/>
          </a:xfrm>
          <a:custGeom>
            <a:rect b="b" l="l" r="r" t="t"/>
            <a:pathLst>
              <a:path extrusionOk="0" h="44476" w="207278">
                <a:moveTo>
                  <a:pt x="207278" y="44477"/>
                </a:moveTo>
                <a:cubicBezTo>
                  <a:pt x="201179" y="37814"/>
                  <a:pt x="205227" y="11828"/>
                  <a:pt x="170681" y="4498"/>
                </a:cubicBezTo>
                <a:cubicBezTo>
                  <a:pt x="136135" y="-2831"/>
                  <a:pt x="28447" y="1166"/>
                  <a:pt x="0" y="500"/>
                </a:cubicBezTo>
              </a:path>
            </a:pathLst>
          </a:custGeom>
          <a:noFill/>
          <a:ln cap="flat" cmpd="sng" w="9525">
            <a:solidFill>
              <a:schemeClr val="dk2"/>
            </a:solidFill>
            <a:prstDash val="solid"/>
            <a:round/>
            <a:headEnd len="med" w="med" type="none"/>
            <a:tailEnd len="med" w="med" type="stealth"/>
          </a:ln>
        </p:spPr>
      </p:sp>
      <p:sp>
        <p:nvSpPr>
          <p:cNvPr id="1357" name="Google Shape;1357;p60"/>
          <p:cNvSpPr/>
          <p:nvPr/>
        </p:nvSpPr>
        <p:spPr>
          <a:xfrm>
            <a:off x="7702925" y="1328848"/>
            <a:ext cx="322900" cy="1312875"/>
          </a:xfrm>
          <a:custGeom>
            <a:rect b="b" l="l" r="r" t="t"/>
            <a:pathLst>
              <a:path extrusionOk="0" h="52515" w="12916">
                <a:moveTo>
                  <a:pt x="12916" y="52515"/>
                </a:moveTo>
                <a:cubicBezTo>
                  <a:pt x="12404" y="44109"/>
                  <a:pt x="11994" y="9152"/>
                  <a:pt x="9841" y="2079"/>
                </a:cubicBezTo>
                <a:cubicBezTo>
                  <a:pt x="7688" y="-4994"/>
                  <a:pt x="1640" y="8742"/>
                  <a:pt x="0" y="10075"/>
                </a:cubicBezTo>
              </a:path>
            </a:pathLst>
          </a:custGeom>
          <a:noFill/>
          <a:ln cap="flat" cmpd="sng" w="9525">
            <a:solidFill>
              <a:schemeClr val="dk2"/>
            </a:solidFill>
            <a:prstDash val="solid"/>
            <a:round/>
            <a:headEnd len="med" w="med" type="none"/>
            <a:tailEnd len="med" w="med" type="stealth"/>
          </a:ln>
        </p:spPr>
      </p:sp>
      <p:sp>
        <p:nvSpPr>
          <p:cNvPr id="1358" name="Google Shape;1358;p60"/>
          <p:cNvSpPr/>
          <p:nvPr/>
        </p:nvSpPr>
        <p:spPr>
          <a:xfrm>
            <a:off x="7787500" y="673500"/>
            <a:ext cx="702900" cy="2544850"/>
          </a:xfrm>
          <a:custGeom>
            <a:rect b="b" l="l" r="r" t="t"/>
            <a:pathLst>
              <a:path extrusionOk="0" h="101794" w="28116">
                <a:moveTo>
                  <a:pt x="0" y="101794"/>
                </a:moveTo>
                <a:cubicBezTo>
                  <a:pt x="4254" y="96720"/>
                  <a:pt x="20963" y="88314"/>
                  <a:pt x="25525" y="71348"/>
                </a:cubicBezTo>
                <a:cubicBezTo>
                  <a:pt x="30087" y="54382"/>
                  <a:pt x="27063" y="11891"/>
                  <a:pt x="27370" y="0"/>
                </a:cubicBezTo>
              </a:path>
            </a:pathLst>
          </a:custGeom>
          <a:noFill/>
          <a:ln cap="flat" cmpd="sng" w="9525">
            <a:solidFill>
              <a:schemeClr val="dk2"/>
            </a:solidFill>
            <a:prstDash val="solid"/>
            <a:round/>
            <a:headEnd len="med" w="med" type="none"/>
            <a:tailEnd len="med" w="med" type="stealth"/>
          </a:ln>
        </p:spPr>
      </p:sp>
      <p:sp>
        <p:nvSpPr>
          <p:cNvPr id="1359" name="Google Shape;1359;p60"/>
          <p:cNvSpPr/>
          <p:nvPr/>
        </p:nvSpPr>
        <p:spPr>
          <a:xfrm>
            <a:off x="3282125" y="3487425"/>
            <a:ext cx="876475" cy="761150"/>
          </a:xfrm>
          <a:custGeom>
            <a:rect b="b" l="l" r="r" t="t"/>
            <a:pathLst>
              <a:path extrusionOk="0" h="30446" w="35059">
                <a:moveTo>
                  <a:pt x="35059" y="30446"/>
                </a:moveTo>
                <a:lnTo>
                  <a:pt x="0" y="0"/>
                </a:lnTo>
              </a:path>
            </a:pathLst>
          </a:custGeom>
          <a:noFill/>
          <a:ln cap="flat" cmpd="sng" w="9525">
            <a:solidFill>
              <a:schemeClr val="dk2"/>
            </a:solidFill>
            <a:prstDash val="solid"/>
            <a:round/>
            <a:headEnd len="med" w="med" type="none"/>
            <a:tailEnd len="med" w="med" type="oval"/>
          </a:ln>
        </p:spPr>
      </p:sp>
      <p:sp>
        <p:nvSpPr>
          <p:cNvPr id="1360" name="Google Shape;1360;p60"/>
          <p:cNvSpPr/>
          <p:nvPr/>
        </p:nvSpPr>
        <p:spPr>
          <a:xfrm>
            <a:off x="7233925" y="3325975"/>
            <a:ext cx="1799075" cy="367475"/>
          </a:xfrm>
          <a:custGeom>
            <a:rect b="b" l="l" r="r" t="t"/>
            <a:pathLst>
              <a:path extrusionOk="0" h="14699" w="71963">
                <a:moveTo>
                  <a:pt x="0" y="5536"/>
                </a:moveTo>
                <a:cubicBezTo>
                  <a:pt x="1128" y="6049"/>
                  <a:pt x="-1025" y="7125"/>
                  <a:pt x="6766" y="8611"/>
                </a:cubicBezTo>
                <a:cubicBezTo>
                  <a:pt x="14557" y="10097"/>
                  <a:pt x="35879" y="15889"/>
                  <a:pt x="46745" y="14454"/>
                </a:cubicBezTo>
                <a:cubicBezTo>
                  <a:pt x="57611" y="13019"/>
                  <a:pt x="67760" y="2409"/>
                  <a:pt x="71963" y="0"/>
                </a:cubicBezTo>
              </a:path>
            </a:pathLst>
          </a:custGeom>
          <a:noFill/>
          <a:ln cap="flat" cmpd="sng" w="9525">
            <a:solidFill>
              <a:schemeClr val="dk2"/>
            </a:solidFill>
            <a:prstDash val="solid"/>
            <a:round/>
            <a:headEnd len="med" w="med" type="none"/>
            <a:tailEnd len="med" w="med" type="oval"/>
          </a:ln>
        </p:spPr>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64" name="Shape 1364"/>
        <p:cNvGrpSpPr/>
        <p:nvPr/>
      </p:nvGrpSpPr>
      <p:grpSpPr>
        <a:xfrm>
          <a:off x="0" y="0"/>
          <a:ext cx="0" cy="0"/>
          <a:chOff x="0" y="0"/>
          <a:chExt cx="0" cy="0"/>
        </a:xfrm>
      </p:grpSpPr>
      <p:sp>
        <p:nvSpPr>
          <p:cNvPr id="1365" name="Google Shape;1365;p61"/>
          <p:cNvSpPr txBox="1"/>
          <p:nvPr/>
        </p:nvSpPr>
        <p:spPr>
          <a:xfrm>
            <a:off x="58275" y="0"/>
            <a:ext cx="18552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220">
                <a:solidFill>
                  <a:srgbClr val="CCCCCC"/>
                </a:solidFill>
                <a:latin typeface="Oswald"/>
                <a:ea typeface="Oswald"/>
                <a:cs typeface="Oswald"/>
                <a:sym typeface="Oswald"/>
              </a:rPr>
              <a:t>Doce Cross Pass</a:t>
            </a:r>
            <a:endParaRPr sz="2220">
              <a:solidFill>
                <a:srgbClr val="CCCCCC"/>
              </a:solidFill>
              <a:latin typeface="Oswald"/>
              <a:ea typeface="Oswald"/>
              <a:cs typeface="Oswald"/>
              <a:sym typeface="Oswald"/>
            </a:endParaRPr>
          </a:p>
        </p:txBody>
      </p:sp>
      <p:sp>
        <p:nvSpPr>
          <p:cNvPr id="1366" name="Google Shape;1366;p61"/>
          <p:cNvSpPr/>
          <p:nvPr/>
        </p:nvSpPr>
        <p:spPr>
          <a:xfrm>
            <a:off x="4298357" y="27963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61"/>
          <p:cNvSpPr/>
          <p:nvPr/>
        </p:nvSpPr>
        <p:spPr>
          <a:xfrm>
            <a:off x="4957397" y="27963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61"/>
          <p:cNvSpPr/>
          <p:nvPr/>
        </p:nvSpPr>
        <p:spPr>
          <a:xfrm>
            <a:off x="5714574" y="27963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61"/>
          <p:cNvSpPr/>
          <p:nvPr/>
        </p:nvSpPr>
        <p:spPr>
          <a:xfrm>
            <a:off x="2784002" y="27963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61"/>
          <p:cNvSpPr/>
          <p:nvPr/>
        </p:nvSpPr>
        <p:spPr>
          <a:xfrm>
            <a:off x="3541179" y="27963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61"/>
          <p:cNvSpPr/>
          <p:nvPr/>
        </p:nvSpPr>
        <p:spPr>
          <a:xfrm>
            <a:off x="1261605" y="33747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1372" name="Google Shape;1372;p61"/>
          <p:cNvSpPr/>
          <p:nvPr/>
        </p:nvSpPr>
        <p:spPr>
          <a:xfrm>
            <a:off x="7367968" y="3332246"/>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1373" name="Google Shape;1373;p61"/>
          <p:cNvSpPr/>
          <p:nvPr/>
        </p:nvSpPr>
        <p:spPr>
          <a:xfrm>
            <a:off x="7007833" y="2792026"/>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1374" name="Google Shape;1374;p61"/>
          <p:cNvSpPr/>
          <p:nvPr/>
        </p:nvSpPr>
        <p:spPr>
          <a:xfrm>
            <a:off x="4449717" y="4473234"/>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1375" name="Google Shape;1375;p61"/>
          <p:cNvSpPr/>
          <p:nvPr/>
        </p:nvSpPr>
        <p:spPr>
          <a:xfrm>
            <a:off x="3912587" y="4473235"/>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1376" name="Google Shape;1376;p61"/>
          <p:cNvSpPr/>
          <p:nvPr/>
        </p:nvSpPr>
        <p:spPr>
          <a:xfrm>
            <a:off x="1743723" y="2796485"/>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1377" name="Google Shape;1377;p61"/>
          <p:cNvCxnSpPr/>
          <p:nvPr/>
        </p:nvCxnSpPr>
        <p:spPr>
          <a:xfrm flipH="1" rot="10800000">
            <a:off x="0" y="419350"/>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1378" name="Google Shape;1378;p61"/>
          <p:cNvPicPr preferRelativeResize="0"/>
          <p:nvPr/>
        </p:nvPicPr>
        <p:blipFill rotWithShape="1">
          <a:blip r:embed="rId3">
            <a:alphaModFix/>
          </a:blip>
          <a:srcRect b="67519" l="30670" r="30468" t="12480"/>
          <a:stretch/>
        </p:blipFill>
        <p:spPr>
          <a:xfrm>
            <a:off x="7891125" y="4570800"/>
            <a:ext cx="1017727" cy="572700"/>
          </a:xfrm>
          <a:prstGeom prst="rect">
            <a:avLst/>
          </a:prstGeom>
          <a:noFill/>
          <a:ln>
            <a:noFill/>
          </a:ln>
        </p:spPr>
      </p:pic>
      <p:sp>
        <p:nvSpPr>
          <p:cNvPr id="1379" name="Google Shape;1379;p61"/>
          <p:cNvSpPr/>
          <p:nvPr/>
        </p:nvSpPr>
        <p:spPr>
          <a:xfrm>
            <a:off x="3704975" y="22265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0" name="Google Shape;1380;p61"/>
          <p:cNvSpPr/>
          <p:nvPr/>
        </p:nvSpPr>
        <p:spPr>
          <a:xfrm>
            <a:off x="2722000" y="227900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sp>
        <p:nvSpPr>
          <p:cNvPr id="1381" name="Google Shape;1381;p61"/>
          <p:cNvSpPr/>
          <p:nvPr/>
        </p:nvSpPr>
        <p:spPr>
          <a:xfrm>
            <a:off x="4786150" y="22265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2" name="Google Shape;1382;p61"/>
          <p:cNvSpPr/>
          <p:nvPr/>
        </p:nvSpPr>
        <p:spPr>
          <a:xfrm>
            <a:off x="5867325" y="22265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3" name="Google Shape;1383;p61"/>
          <p:cNvSpPr/>
          <p:nvPr/>
        </p:nvSpPr>
        <p:spPr>
          <a:xfrm>
            <a:off x="2044300" y="170730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4" name="Google Shape;1384;p61"/>
          <p:cNvSpPr/>
          <p:nvPr/>
        </p:nvSpPr>
        <p:spPr>
          <a:xfrm>
            <a:off x="4368700" y="1401125"/>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5" name="Google Shape;1385;p61"/>
          <p:cNvSpPr/>
          <p:nvPr/>
        </p:nvSpPr>
        <p:spPr>
          <a:xfrm>
            <a:off x="5834125" y="1467125"/>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6" name="Google Shape;1386;p61"/>
          <p:cNvSpPr/>
          <p:nvPr/>
        </p:nvSpPr>
        <p:spPr>
          <a:xfrm>
            <a:off x="7504400" y="1401125"/>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7" name="Google Shape;1387;p61"/>
          <p:cNvSpPr/>
          <p:nvPr/>
        </p:nvSpPr>
        <p:spPr>
          <a:xfrm>
            <a:off x="5764325" y="70770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8" name="Google Shape;1388;p61"/>
          <p:cNvSpPr/>
          <p:nvPr/>
        </p:nvSpPr>
        <p:spPr>
          <a:xfrm>
            <a:off x="2634975" y="8542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8</a:t>
            </a:r>
            <a:endParaRPr/>
          </a:p>
        </p:txBody>
      </p:sp>
      <p:sp>
        <p:nvSpPr>
          <p:cNvPr id="1389" name="Google Shape;1389;p61"/>
          <p:cNvSpPr/>
          <p:nvPr/>
        </p:nvSpPr>
        <p:spPr>
          <a:xfrm>
            <a:off x="976975" y="133050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90" name="Google Shape;1390;p61"/>
          <p:cNvSpPr/>
          <p:nvPr/>
        </p:nvSpPr>
        <p:spPr>
          <a:xfrm>
            <a:off x="1429225" y="2226552"/>
            <a:ext cx="4151700" cy="788087"/>
          </a:xfrm>
          <a:custGeom>
            <a:rect b="b" l="l" r="r" t="t"/>
            <a:pathLst>
              <a:path extrusionOk="0" h="22815" w="166068">
                <a:moveTo>
                  <a:pt x="0" y="22816"/>
                </a:moveTo>
                <a:cubicBezTo>
                  <a:pt x="6715" y="19331"/>
                  <a:pt x="12609" y="5542"/>
                  <a:pt x="40287" y="1903"/>
                </a:cubicBezTo>
                <a:cubicBezTo>
                  <a:pt x="67965" y="-1736"/>
                  <a:pt x="145105" y="1135"/>
                  <a:pt x="166068" y="981"/>
                </a:cubicBezTo>
              </a:path>
            </a:pathLst>
          </a:custGeom>
          <a:noFill/>
          <a:ln cap="flat" cmpd="sng" w="38100">
            <a:solidFill>
              <a:schemeClr val="dk2"/>
            </a:solidFill>
            <a:prstDash val="solid"/>
            <a:round/>
            <a:headEnd len="med" w="med" type="none"/>
            <a:tailEnd len="med" w="med" type="stealth"/>
          </a:ln>
        </p:spPr>
      </p:sp>
      <p:sp>
        <p:nvSpPr>
          <p:cNvPr id="1391" name="Google Shape;1391;p61"/>
          <p:cNvSpPr/>
          <p:nvPr/>
        </p:nvSpPr>
        <p:spPr>
          <a:xfrm>
            <a:off x="2868700" y="1905873"/>
            <a:ext cx="4763600" cy="1103708"/>
          </a:xfrm>
          <a:custGeom>
            <a:rect b="b" l="l" r="r" t="t"/>
            <a:pathLst>
              <a:path extrusionOk="0" h="36357" w="190544">
                <a:moveTo>
                  <a:pt x="187903" y="36358"/>
                </a:moveTo>
                <a:cubicBezTo>
                  <a:pt x="187544" y="35025"/>
                  <a:pt x="195284" y="34051"/>
                  <a:pt x="185750" y="28362"/>
                </a:cubicBezTo>
                <a:cubicBezTo>
                  <a:pt x="176217" y="22673"/>
                  <a:pt x="161660" y="6681"/>
                  <a:pt x="130702" y="2222"/>
                </a:cubicBezTo>
                <a:cubicBezTo>
                  <a:pt x="99744" y="-2237"/>
                  <a:pt x="21784" y="1710"/>
                  <a:pt x="0" y="1607"/>
                </a:cubicBezTo>
              </a:path>
            </a:pathLst>
          </a:custGeom>
          <a:noFill/>
          <a:ln cap="flat" cmpd="sng" w="38100">
            <a:solidFill>
              <a:schemeClr val="dk2"/>
            </a:solidFill>
            <a:prstDash val="solid"/>
            <a:round/>
            <a:headEnd len="med" w="med" type="none"/>
            <a:tailEnd len="med" w="med" type="triangle"/>
          </a:ln>
        </p:spPr>
      </p:sp>
      <p:sp>
        <p:nvSpPr>
          <p:cNvPr id="1392" name="Google Shape;1392;p61"/>
          <p:cNvSpPr/>
          <p:nvPr/>
        </p:nvSpPr>
        <p:spPr>
          <a:xfrm>
            <a:off x="1847362" y="588925"/>
            <a:ext cx="281500" cy="2122000"/>
          </a:xfrm>
          <a:custGeom>
            <a:rect b="b" l="l" r="r" t="t"/>
            <a:pathLst>
              <a:path extrusionOk="0" h="84880" w="11260">
                <a:moveTo>
                  <a:pt x="2035" y="84880"/>
                </a:moveTo>
                <a:cubicBezTo>
                  <a:pt x="1779" y="76884"/>
                  <a:pt x="-1041" y="51051"/>
                  <a:pt x="497" y="36904"/>
                </a:cubicBezTo>
                <a:cubicBezTo>
                  <a:pt x="2035" y="22757"/>
                  <a:pt x="9467" y="6151"/>
                  <a:pt x="11261" y="0"/>
                </a:cubicBezTo>
              </a:path>
            </a:pathLst>
          </a:custGeom>
          <a:noFill/>
          <a:ln cap="flat" cmpd="sng" w="38100">
            <a:solidFill>
              <a:schemeClr val="dk2"/>
            </a:solidFill>
            <a:prstDash val="solid"/>
            <a:round/>
            <a:headEnd len="med" w="med" type="none"/>
            <a:tailEnd len="med" w="med" type="stealth"/>
          </a:ln>
        </p:spPr>
      </p:sp>
      <p:sp>
        <p:nvSpPr>
          <p:cNvPr id="1393" name="Google Shape;1393;p61"/>
          <p:cNvSpPr/>
          <p:nvPr/>
        </p:nvSpPr>
        <p:spPr>
          <a:xfrm>
            <a:off x="4420000" y="1098487"/>
            <a:ext cx="2784900" cy="1597050"/>
          </a:xfrm>
          <a:custGeom>
            <a:rect b="b" l="l" r="r" t="t"/>
            <a:pathLst>
              <a:path extrusionOk="0" h="63882" w="111396">
                <a:moveTo>
                  <a:pt x="107637" y="63883"/>
                </a:moveTo>
                <a:cubicBezTo>
                  <a:pt x="106663" y="54298"/>
                  <a:pt x="119733" y="16882"/>
                  <a:pt x="101793" y="6374"/>
                </a:cubicBezTo>
                <a:cubicBezTo>
                  <a:pt x="83854" y="-4133"/>
                  <a:pt x="16966" y="1761"/>
                  <a:pt x="0" y="838"/>
                </a:cubicBezTo>
              </a:path>
            </a:pathLst>
          </a:custGeom>
          <a:noFill/>
          <a:ln cap="flat" cmpd="sng" w="38100">
            <a:solidFill>
              <a:schemeClr val="dk2"/>
            </a:solidFill>
            <a:prstDash val="solid"/>
            <a:round/>
            <a:headEnd len="med" w="med" type="none"/>
            <a:tailEnd len="med" w="med" type="oval"/>
          </a:ln>
        </p:spPr>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97" name="Shape 1397"/>
        <p:cNvGrpSpPr/>
        <p:nvPr/>
      </p:nvGrpSpPr>
      <p:grpSpPr>
        <a:xfrm>
          <a:off x="0" y="0"/>
          <a:ext cx="0" cy="0"/>
          <a:chOff x="0" y="0"/>
          <a:chExt cx="0" cy="0"/>
        </a:xfrm>
      </p:grpSpPr>
      <p:sp>
        <p:nvSpPr>
          <p:cNvPr id="1398" name="Google Shape;1398;p62"/>
          <p:cNvSpPr txBox="1"/>
          <p:nvPr/>
        </p:nvSpPr>
        <p:spPr>
          <a:xfrm>
            <a:off x="58275" y="0"/>
            <a:ext cx="3208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220">
                <a:solidFill>
                  <a:srgbClr val="CCCCCC"/>
                </a:solidFill>
                <a:latin typeface="Oswald"/>
                <a:ea typeface="Oswald"/>
                <a:cs typeface="Oswald"/>
                <a:sym typeface="Oswald"/>
              </a:rPr>
              <a:t>Doce Cross Return Pass</a:t>
            </a:r>
            <a:endParaRPr sz="2220">
              <a:solidFill>
                <a:srgbClr val="CCCCCC"/>
              </a:solidFill>
              <a:latin typeface="Oswald"/>
              <a:ea typeface="Oswald"/>
              <a:cs typeface="Oswald"/>
              <a:sym typeface="Oswald"/>
            </a:endParaRPr>
          </a:p>
        </p:txBody>
      </p:sp>
      <p:sp>
        <p:nvSpPr>
          <p:cNvPr id="1399" name="Google Shape;1399;p62"/>
          <p:cNvSpPr/>
          <p:nvPr/>
        </p:nvSpPr>
        <p:spPr>
          <a:xfrm>
            <a:off x="4298357" y="27963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62"/>
          <p:cNvSpPr/>
          <p:nvPr/>
        </p:nvSpPr>
        <p:spPr>
          <a:xfrm>
            <a:off x="4957397" y="27963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62"/>
          <p:cNvSpPr/>
          <p:nvPr/>
        </p:nvSpPr>
        <p:spPr>
          <a:xfrm>
            <a:off x="5714574" y="27963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62"/>
          <p:cNvSpPr/>
          <p:nvPr/>
        </p:nvSpPr>
        <p:spPr>
          <a:xfrm>
            <a:off x="2784002" y="27963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62"/>
          <p:cNvSpPr/>
          <p:nvPr/>
        </p:nvSpPr>
        <p:spPr>
          <a:xfrm>
            <a:off x="3541179" y="27963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62"/>
          <p:cNvSpPr/>
          <p:nvPr/>
        </p:nvSpPr>
        <p:spPr>
          <a:xfrm>
            <a:off x="1261605" y="33747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1405" name="Google Shape;1405;p62"/>
          <p:cNvSpPr/>
          <p:nvPr/>
        </p:nvSpPr>
        <p:spPr>
          <a:xfrm>
            <a:off x="7367968" y="3332246"/>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1406" name="Google Shape;1406;p62"/>
          <p:cNvSpPr/>
          <p:nvPr/>
        </p:nvSpPr>
        <p:spPr>
          <a:xfrm>
            <a:off x="7007833" y="2792026"/>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1407" name="Google Shape;1407;p62"/>
          <p:cNvSpPr/>
          <p:nvPr/>
        </p:nvSpPr>
        <p:spPr>
          <a:xfrm>
            <a:off x="4449717" y="4473234"/>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1408" name="Google Shape;1408;p62"/>
          <p:cNvSpPr/>
          <p:nvPr/>
        </p:nvSpPr>
        <p:spPr>
          <a:xfrm>
            <a:off x="3912587" y="4473235"/>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1409" name="Google Shape;1409;p62"/>
          <p:cNvSpPr/>
          <p:nvPr/>
        </p:nvSpPr>
        <p:spPr>
          <a:xfrm>
            <a:off x="1743723" y="2796485"/>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1410" name="Google Shape;1410;p62"/>
          <p:cNvCxnSpPr/>
          <p:nvPr/>
        </p:nvCxnSpPr>
        <p:spPr>
          <a:xfrm flipH="1" rot="10800000">
            <a:off x="0" y="419350"/>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1411" name="Google Shape;1411;p62"/>
          <p:cNvPicPr preferRelativeResize="0"/>
          <p:nvPr/>
        </p:nvPicPr>
        <p:blipFill rotWithShape="1">
          <a:blip r:embed="rId3">
            <a:alphaModFix/>
          </a:blip>
          <a:srcRect b="67519" l="30670" r="30468" t="12480"/>
          <a:stretch/>
        </p:blipFill>
        <p:spPr>
          <a:xfrm>
            <a:off x="7891125" y="4570800"/>
            <a:ext cx="1017727" cy="572700"/>
          </a:xfrm>
          <a:prstGeom prst="rect">
            <a:avLst/>
          </a:prstGeom>
          <a:noFill/>
          <a:ln>
            <a:noFill/>
          </a:ln>
        </p:spPr>
      </p:pic>
      <p:sp>
        <p:nvSpPr>
          <p:cNvPr id="1412" name="Google Shape;1412;p62"/>
          <p:cNvSpPr/>
          <p:nvPr/>
        </p:nvSpPr>
        <p:spPr>
          <a:xfrm>
            <a:off x="3704975" y="22265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3" name="Google Shape;1413;p62"/>
          <p:cNvSpPr/>
          <p:nvPr/>
        </p:nvSpPr>
        <p:spPr>
          <a:xfrm>
            <a:off x="2722000" y="227900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sp>
        <p:nvSpPr>
          <p:cNvPr id="1414" name="Google Shape;1414;p62"/>
          <p:cNvSpPr/>
          <p:nvPr/>
        </p:nvSpPr>
        <p:spPr>
          <a:xfrm>
            <a:off x="4786150" y="22265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5" name="Google Shape;1415;p62"/>
          <p:cNvSpPr/>
          <p:nvPr/>
        </p:nvSpPr>
        <p:spPr>
          <a:xfrm>
            <a:off x="5867325" y="22265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6" name="Google Shape;1416;p62"/>
          <p:cNvSpPr/>
          <p:nvPr/>
        </p:nvSpPr>
        <p:spPr>
          <a:xfrm>
            <a:off x="2044300" y="170730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7" name="Google Shape;1417;p62"/>
          <p:cNvSpPr/>
          <p:nvPr/>
        </p:nvSpPr>
        <p:spPr>
          <a:xfrm>
            <a:off x="4368700" y="1401125"/>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8" name="Google Shape;1418;p62"/>
          <p:cNvSpPr/>
          <p:nvPr/>
        </p:nvSpPr>
        <p:spPr>
          <a:xfrm>
            <a:off x="5834125" y="1467125"/>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9" name="Google Shape;1419;p62"/>
          <p:cNvSpPr/>
          <p:nvPr/>
        </p:nvSpPr>
        <p:spPr>
          <a:xfrm>
            <a:off x="7504400" y="1401125"/>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0" name="Google Shape;1420;p62"/>
          <p:cNvSpPr/>
          <p:nvPr/>
        </p:nvSpPr>
        <p:spPr>
          <a:xfrm>
            <a:off x="5764325" y="70770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1" name="Google Shape;1421;p62"/>
          <p:cNvSpPr/>
          <p:nvPr/>
        </p:nvSpPr>
        <p:spPr>
          <a:xfrm>
            <a:off x="2634975" y="8542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8</a:t>
            </a:r>
            <a:endParaRPr/>
          </a:p>
        </p:txBody>
      </p:sp>
      <p:sp>
        <p:nvSpPr>
          <p:cNvPr id="1422" name="Google Shape;1422;p62"/>
          <p:cNvSpPr/>
          <p:nvPr/>
        </p:nvSpPr>
        <p:spPr>
          <a:xfrm>
            <a:off x="976975" y="133050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3" name="Google Shape;1423;p62"/>
          <p:cNvSpPr/>
          <p:nvPr/>
        </p:nvSpPr>
        <p:spPr>
          <a:xfrm>
            <a:off x="1847362" y="588925"/>
            <a:ext cx="281500" cy="2122000"/>
          </a:xfrm>
          <a:custGeom>
            <a:rect b="b" l="l" r="r" t="t"/>
            <a:pathLst>
              <a:path extrusionOk="0" h="84880" w="11260">
                <a:moveTo>
                  <a:pt x="2035" y="84880"/>
                </a:moveTo>
                <a:cubicBezTo>
                  <a:pt x="1779" y="76884"/>
                  <a:pt x="-1041" y="51051"/>
                  <a:pt x="497" y="36904"/>
                </a:cubicBezTo>
                <a:cubicBezTo>
                  <a:pt x="2035" y="22757"/>
                  <a:pt x="9467" y="6151"/>
                  <a:pt x="11261" y="0"/>
                </a:cubicBezTo>
              </a:path>
            </a:pathLst>
          </a:custGeom>
          <a:noFill/>
          <a:ln cap="flat" cmpd="sng" w="38100">
            <a:solidFill>
              <a:schemeClr val="dk2"/>
            </a:solidFill>
            <a:prstDash val="solid"/>
            <a:round/>
            <a:headEnd len="med" w="med" type="none"/>
            <a:tailEnd len="med" w="med" type="stealth"/>
          </a:ln>
        </p:spPr>
      </p:sp>
      <p:sp>
        <p:nvSpPr>
          <p:cNvPr id="1424" name="Google Shape;1424;p62"/>
          <p:cNvSpPr/>
          <p:nvPr/>
        </p:nvSpPr>
        <p:spPr>
          <a:xfrm>
            <a:off x="4420000" y="1098487"/>
            <a:ext cx="2784900" cy="1597050"/>
          </a:xfrm>
          <a:custGeom>
            <a:rect b="b" l="l" r="r" t="t"/>
            <a:pathLst>
              <a:path extrusionOk="0" h="63882" w="111396">
                <a:moveTo>
                  <a:pt x="107637" y="63883"/>
                </a:moveTo>
                <a:cubicBezTo>
                  <a:pt x="106663" y="54298"/>
                  <a:pt x="119733" y="16882"/>
                  <a:pt x="101793" y="6374"/>
                </a:cubicBezTo>
                <a:cubicBezTo>
                  <a:pt x="83854" y="-4133"/>
                  <a:pt x="16966" y="1761"/>
                  <a:pt x="0" y="838"/>
                </a:cubicBezTo>
              </a:path>
            </a:pathLst>
          </a:custGeom>
          <a:noFill/>
          <a:ln cap="flat" cmpd="sng" w="38100">
            <a:solidFill>
              <a:schemeClr val="dk2"/>
            </a:solidFill>
            <a:prstDash val="solid"/>
            <a:round/>
            <a:headEnd len="med" w="med" type="none"/>
            <a:tailEnd len="med" w="med" type="oval"/>
          </a:ln>
        </p:spPr>
      </p:sp>
      <p:sp>
        <p:nvSpPr>
          <p:cNvPr id="1425" name="Google Shape;1425;p62"/>
          <p:cNvSpPr/>
          <p:nvPr/>
        </p:nvSpPr>
        <p:spPr>
          <a:xfrm>
            <a:off x="1421550" y="1844536"/>
            <a:ext cx="2191450" cy="1489125"/>
          </a:xfrm>
          <a:custGeom>
            <a:rect b="b" l="l" r="r" t="t"/>
            <a:pathLst>
              <a:path extrusionOk="0" h="59565" w="87658">
                <a:moveTo>
                  <a:pt x="0" y="59566"/>
                </a:moveTo>
                <a:cubicBezTo>
                  <a:pt x="3639" y="53569"/>
                  <a:pt x="7279" y="33169"/>
                  <a:pt x="21835" y="23584"/>
                </a:cubicBezTo>
                <a:cubicBezTo>
                  <a:pt x="36392" y="13999"/>
                  <a:pt x="83444" y="5850"/>
                  <a:pt x="87339" y="2057"/>
                </a:cubicBezTo>
                <a:cubicBezTo>
                  <a:pt x="91234" y="-1736"/>
                  <a:pt x="52229" y="1032"/>
                  <a:pt x="45207" y="827"/>
                </a:cubicBezTo>
              </a:path>
            </a:pathLst>
          </a:custGeom>
          <a:noFill/>
          <a:ln cap="flat" cmpd="sng" w="38100">
            <a:solidFill>
              <a:schemeClr val="dk2"/>
            </a:solidFill>
            <a:prstDash val="solid"/>
            <a:round/>
            <a:headEnd len="med" w="med" type="none"/>
            <a:tailEnd len="med" w="med" type="oval"/>
          </a:ln>
        </p:spPr>
      </p:sp>
      <p:sp>
        <p:nvSpPr>
          <p:cNvPr id="1426" name="Google Shape;1426;p62"/>
          <p:cNvSpPr/>
          <p:nvPr/>
        </p:nvSpPr>
        <p:spPr>
          <a:xfrm>
            <a:off x="4999976" y="1903650"/>
            <a:ext cx="2626025" cy="1337750"/>
          </a:xfrm>
          <a:custGeom>
            <a:rect b="b" l="l" r="r" t="t"/>
            <a:pathLst>
              <a:path extrusionOk="0" h="53510" w="105041">
                <a:moveTo>
                  <a:pt x="105042" y="53510"/>
                </a:moveTo>
                <a:cubicBezTo>
                  <a:pt x="97713" y="46027"/>
                  <a:pt x="78543" y="17272"/>
                  <a:pt x="61065" y="8610"/>
                </a:cubicBezTo>
                <a:cubicBezTo>
                  <a:pt x="43587" y="-52"/>
                  <a:pt x="1557" y="2972"/>
                  <a:pt x="173" y="1537"/>
                </a:cubicBezTo>
                <a:cubicBezTo>
                  <a:pt x="-1211" y="102"/>
                  <a:pt x="43997" y="256"/>
                  <a:pt x="52762" y="0"/>
                </a:cubicBezTo>
              </a:path>
            </a:pathLst>
          </a:custGeom>
          <a:noFill/>
          <a:ln cap="flat" cmpd="sng" w="38100">
            <a:solidFill>
              <a:schemeClr val="dk2"/>
            </a:solidFill>
            <a:prstDash val="solid"/>
            <a:round/>
            <a:headEnd len="med" w="med" type="none"/>
            <a:tailEnd len="med" w="med" type="oval"/>
          </a:ln>
        </p:spPr>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30" name="Shape 1430"/>
        <p:cNvGrpSpPr/>
        <p:nvPr/>
      </p:nvGrpSpPr>
      <p:grpSpPr>
        <a:xfrm>
          <a:off x="0" y="0"/>
          <a:ext cx="0" cy="0"/>
          <a:chOff x="0" y="0"/>
          <a:chExt cx="0" cy="0"/>
        </a:xfrm>
      </p:grpSpPr>
      <p:sp>
        <p:nvSpPr>
          <p:cNvPr id="1431" name="Google Shape;1431;p63"/>
          <p:cNvSpPr txBox="1"/>
          <p:nvPr/>
        </p:nvSpPr>
        <p:spPr>
          <a:xfrm>
            <a:off x="58275" y="0"/>
            <a:ext cx="3208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220">
                <a:solidFill>
                  <a:srgbClr val="CCCCCC"/>
                </a:solidFill>
                <a:latin typeface="Oswald"/>
                <a:ea typeface="Oswald"/>
                <a:cs typeface="Oswald"/>
                <a:sym typeface="Oswald"/>
              </a:rPr>
              <a:t>Doce Jet Arrow Corner Post</a:t>
            </a:r>
            <a:endParaRPr sz="2220">
              <a:solidFill>
                <a:srgbClr val="CCCCCC"/>
              </a:solidFill>
              <a:latin typeface="Oswald"/>
              <a:ea typeface="Oswald"/>
              <a:cs typeface="Oswald"/>
              <a:sym typeface="Oswald"/>
            </a:endParaRPr>
          </a:p>
        </p:txBody>
      </p:sp>
      <p:sp>
        <p:nvSpPr>
          <p:cNvPr id="1432" name="Google Shape;1432;p63"/>
          <p:cNvSpPr/>
          <p:nvPr/>
        </p:nvSpPr>
        <p:spPr>
          <a:xfrm>
            <a:off x="4298357" y="27963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63"/>
          <p:cNvSpPr/>
          <p:nvPr/>
        </p:nvSpPr>
        <p:spPr>
          <a:xfrm>
            <a:off x="4957397" y="27963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63"/>
          <p:cNvSpPr/>
          <p:nvPr/>
        </p:nvSpPr>
        <p:spPr>
          <a:xfrm>
            <a:off x="5714574" y="27963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63"/>
          <p:cNvSpPr/>
          <p:nvPr/>
        </p:nvSpPr>
        <p:spPr>
          <a:xfrm>
            <a:off x="2784002" y="27963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63"/>
          <p:cNvSpPr/>
          <p:nvPr/>
        </p:nvSpPr>
        <p:spPr>
          <a:xfrm>
            <a:off x="3541179" y="27963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63"/>
          <p:cNvSpPr/>
          <p:nvPr/>
        </p:nvSpPr>
        <p:spPr>
          <a:xfrm>
            <a:off x="1261605" y="33747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1438" name="Google Shape;1438;p63"/>
          <p:cNvSpPr/>
          <p:nvPr/>
        </p:nvSpPr>
        <p:spPr>
          <a:xfrm>
            <a:off x="7367968" y="3332246"/>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1439" name="Google Shape;1439;p63"/>
          <p:cNvSpPr/>
          <p:nvPr/>
        </p:nvSpPr>
        <p:spPr>
          <a:xfrm>
            <a:off x="7007833" y="2792026"/>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1440" name="Google Shape;1440;p63"/>
          <p:cNvSpPr/>
          <p:nvPr/>
        </p:nvSpPr>
        <p:spPr>
          <a:xfrm>
            <a:off x="4449717" y="4473234"/>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1441" name="Google Shape;1441;p63"/>
          <p:cNvSpPr/>
          <p:nvPr/>
        </p:nvSpPr>
        <p:spPr>
          <a:xfrm>
            <a:off x="3912587" y="4473235"/>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1442" name="Google Shape;1442;p63"/>
          <p:cNvSpPr/>
          <p:nvPr/>
        </p:nvSpPr>
        <p:spPr>
          <a:xfrm>
            <a:off x="1743723" y="2796485"/>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1443" name="Google Shape;1443;p63"/>
          <p:cNvCxnSpPr/>
          <p:nvPr/>
        </p:nvCxnSpPr>
        <p:spPr>
          <a:xfrm flipH="1" rot="10800000">
            <a:off x="0" y="419350"/>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1444" name="Google Shape;1444;p63"/>
          <p:cNvPicPr preferRelativeResize="0"/>
          <p:nvPr/>
        </p:nvPicPr>
        <p:blipFill rotWithShape="1">
          <a:blip r:embed="rId3">
            <a:alphaModFix/>
          </a:blip>
          <a:srcRect b="67519" l="30670" r="30468" t="12480"/>
          <a:stretch/>
        </p:blipFill>
        <p:spPr>
          <a:xfrm>
            <a:off x="7891125" y="4570800"/>
            <a:ext cx="1017727" cy="572700"/>
          </a:xfrm>
          <a:prstGeom prst="rect">
            <a:avLst/>
          </a:prstGeom>
          <a:noFill/>
          <a:ln>
            <a:noFill/>
          </a:ln>
        </p:spPr>
      </p:pic>
      <p:sp>
        <p:nvSpPr>
          <p:cNvPr id="1445" name="Google Shape;1445;p63"/>
          <p:cNvSpPr/>
          <p:nvPr/>
        </p:nvSpPr>
        <p:spPr>
          <a:xfrm>
            <a:off x="3704975" y="22265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6" name="Google Shape;1446;p63"/>
          <p:cNvSpPr/>
          <p:nvPr/>
        </p:nvSpPr>
        <p:spPr>
          <a:xfrm>
            <a:off x="2722000" y="227900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sp>
        <p:nvSpPr>
          <p:cNvPr id="1447" name="Google Shape;1447;p63"/>
          <p:cNvSpPr/>
          <p:nvPr/>
        </p:nvSpPr>
        <p:spPr>
          <a:xfrm>
            <a:off x="4786150" y="22265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8" name="Google Shape;1448;p63"/>
          <p:cNvSpPr/>
          <p:nvPr/>
        </p:nvSpPr>
        <p:spPr>
          <a:xfrm>
            <a:off x="5867325" y="22265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9" name="Google Shape;1449;p63"/>
          <p:cNvSpPr/>
          <p:nvPr/>
        </p:nvSpPr>
        <p:spPr>
          <a:xfrm>
            <a:off x="2044300" y="170730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0" name="Google Shape;1450;p63"/>
          <p:cNvSpPr/>
          <p:nvPr/>
        </p:nvSpPr>
        <p:spPr>
          <a:xfrm>
            <a:off x="4368700" y="1401125"/>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1" name="Google Shape;1451;p63"/>
          <p:cNvSpPr/>
          <p:nvPr/>
        </p:nvSpPr>
        <p:spPr>
          <a:xfrm>
            <a:off x="5834125" y="1467125"/>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2" name="Google Shape;1452;p63"/>
          <p:cNvSpPr/>
          <p:nvPr/>
        </p:nvSpPr>
        <p:spPr>
          <a:xfrm>
            <a:off x="7504400" y="1401125"/>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3" name="Google Shape;1453;p63"/>
          <p:cNvSpPr/>
          <p:nvPr/>
        </p:nvSpPr>
        <p:spPr>
          <a:xfrm>
            <a:off x="5764325" y="70770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4" name="Google Shape;1454;p63"/>
          <p:cNvSpPr/>
          <p:nvPr/>
        </p:nvSpPr>
        <p:spPr>
          <a:xfrm>
            <a:off x="2634975" y="8542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8</a:t>
            </a:r>
            <a:endParaRPr/>
          </a:p>
        </p:txBody>
      </p:sp>
      <p:sp>
        <p:nvSpPr>
          <p:cNvPr id="1455" name="Google Shape;1455;p63"/>
          <p:cNvSpPr/>
          <p:nvPr/>
        </p:nvSpPr>
        <p:spPr>
          <a:xfrm>
            <a:off x="976975" y="133050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6" name="Google Shape;1456;p63"/>
          <p:cNvSpPr/>
          <p:nvPr/>
        </p:nvSpPr>
        <p:spPr>
          <a:xfrm>
            <a:off x="1847362" y="588925"/>
            <a:ext cx="281500" cy="2122000"/>
          </a:xfrm>
          <a:custGeom>
            <a:rect b="b" l="l" r="r" t="t"/>
            <a:pathLst>
              <a:path extrusionOk="0" h="84880" w="11260">
                <a:moveTo>
                  <a:pt x="2035" y="84880"/>
                </a:moveTo>
                <a:cubicBezTo>
                  <a:pt x="1779" y="76884"/>
                  <a:pt x="-1041" y="51051"/>
                  <a:pt x="497" y="36904"/>
                </a:cubicBezTo>
                <a:cubicBezTo>
                  <a:pt x="2035" y="22757"/>
                  <a:pt x="9467" y="6151"/>
                  <a:pt x="11261" y="0"/>
                </a:cubicBezTo>
              </a:path>
            </a:pathLst>
          </a:custGeom>
          <a:noFill/>
          <a:ln cap="flat" cmpd="sng" w="38100">
            <a:solidFill>
              <a:schemeClr val="dk2"/>
            </a:solidFill>
            <a:prstDash val="solid"/>
            <a:round/>
            <a:headEnd len="med" w="med" type="none"/>
            <a:tailEnd len="med" w="med" type="stealth"/>
          </a:ln>
        </p:spPr>
      </p:sp>
      <p:sp>
        <p:nvSpPr>
          <p:cNvPr id="1457" name="Google Shape;1457;p63"/>
          <p:cNvSpPr/>
          <p:nvPr/>
        </p:nvSpPr>
        <p:spPr>
          <a:xfrm>
            <a:off x="7005398" y="711950"/>
            <a:ext cx="605250" cy="1998975"/>
          </a:xfrm>
          <a:custGeom>
            <a:rect b="b" l="l" r="r" t="t"/>
            <a:pathLst>
              <a:path extrusionOk="0" h="79959" w="24210">
                <a:moveTo>
                  <a:pt x="5451" y="79959"/>
                </a:moveTo>
                <a:cubicBezTo>
                  <a:pt x="4682" y="72322"/>
                  <a:pt x="-2288" y="47463"/>
                  <a:pt x="838" y="34136"/>
                </a:cubicBezTo>
                <a:cubicBezTo>
                  <a:pt x="3965" y="20810"/>
                  <a:pt x="20315" y="5689"/>
                  <a:pt x="24210" y="0"/>
                </a:cubicBezTo>
              </a:path>
            </a:pathLst>
          </a:custGeom>
          <a:noFill/>
          <a:ln cap="flat" cmpd="sng" w="38100">
            <a:solidFill>
              <a:schemeClr val="dk2"/>
            </a:solidFill>
            <a:prstDash val="solid"/>
            <a:round/>
            <a:headEnd len="med" w="med" type="none"/>
            <a:tailEnd len="med" w="med" type="stealth"/>
          </a:ln>
        </p:spPr>
      </p:sp>
      <p:sp>
        <p:nvSpPr>
          <p:cNvPr id="1458" name="Google Shape;1458;p63"/>
          <p:cNvSpPr/>
          <p:nvPr/>
        </p:nvSpPr>
        <p:spPr>
          <a:xfrm>
            <a:off x="6119125" y="904150"/>
            <a:ext cx="1522275" cy="2412525"/>
          </a:xfrm>
          <a:custGeom>
            <a:rect b="b" l="l" r="r" t="t"/>
            <a:pathLst>
              <a:path extrusionOk="0" h="96501" w="60891">
                <a:moveTo>
                  <a:pt x="60891" y="94413"/>
                </a:moveTo>
                <a:cubicBezTo>
                  <a:pt x="60635" y="93901"/>
                  <a:pt x="61353" y="100872"/>
                  <a:pt x="59354" y="91338"/>
                </a:cubicBezTo>
                <a:cubicBezTo>
                  <a:pt x="57355" y="81805"/>
                  <a:pt x="58790" y="52435"/>
                  <a:pt x="48898" y="37212"/>
                </a:cubicBezTo>
                <a:cubicBezTo>
                  <a:pt x="39006" y="21989"/>
                  <a:pt x="8150" y="6202"/>
                  <a:pt x="0" y="0"/>
                </a:cubicBezTo>
              </a:path>
            </a:pathLst>
          </a:custGeom>
          <a:noFill/>
          <a:ln cap="flat" cmpd="sng" w="38100">
            <a:solidFill>
              <a:schemeClr val="dk2"/>
            </a:solidFill>
            <a:prstDash val="solid"/>
            <a:round/>
            <a:headEnd len="med" w="med" type="none"/>
            <a:tailEnd len="med" w="med" type="triangle"/>
          </a:ln>
        </p:spPr>
      </p:sp>
      <p:sp>
        <p:nvSpPr>
          <p:cNvPr id="1459" name="Google Shape;1459;p63"/>
          <p:cNvSpPr/>
          <p:nvPr/>
        </p:nvSpPr>
        <p:spPr>
          <a:xfrm>
            <a:off x="1752150" y="3648900"/>
            <a:ext cx="4882075" cy="7675"/>
          </a:xfrm>
          <a:custGeom>
            <a:rect b="b" l="l" r="r" t="t"/>
            <a:pathLst>
              <a:path extrusionOk="0" h="307" w="195283">
                <a:moveTo>
                  <a:pt x="0" y="0"/>
                </a:moveTo>
                <a:lnTo>
                  <a:pt x="195283" y="307"/>
                </a:lnTo>
              </a:path>
            </a:pathLst>
          </a:custGeom>
          <a:noFill/>
          <a:ln cap="flat" cmpd="sng" w="38100">
            <a:solidFill>
              <a:schemeClr val="dk2"/>
            </a:solidFill>
            <a:prstDash val="dash"/>
            <a:round/>
            <a:headEnd len="med" w="med" type="none"/>
            <a:tailEnd len="med" w="med" type="none"/>
          </a:ln>
        </p:spPr>
      </p:sp>
      <p:sp>
        <p:nvSpPr>
          <p:cNvPr id="1460" name="Google Shape;1460;p63"/>
          <p:cNvSpPr/>
          <p:nvPr/>
        </p:nvSpPr>
        <p:spPr>
          <a:xfrm>
            <a:off x="6788000" y="2568521"/>
            <a:ext cx="1829825" cy="1072675"/>
          </a:xfrm>
          <a:custGeom>
            <a:rect b="b" l="l" r="r" t="t"/>
            <a:pathLst>
              <a:path extrusionOk="0" h="42907" w="73193">
                <a:moveTo>
                  <a:pt x="0" y="42907"/>
                </a:moveTo>
                <a:cubicBezTo>
                  <a:pt x="6151" y="36551"/>
                  <a:pt x="24705" y="11898"/>
                  <a:pt x="36904" y="4773"/>
                </a:cubicBezTo>
                <a:cubicBezTo>
                  <a:pt x="49103" y="-2351"/>
                  <a:pt x="67145" y="929"/>
                  <a:pt x="73193" y="160"/>
                </a:cubicBezTo>
              </a:path>
            </a:pathLst>
          </a:custGeom>
          <a:noFill/>
          <a:ln cap="flat" cmpd="sng" w="38100">
            <a:solidFill>
              <a:schemeClr val="dk2"/>
            </a:solidFill>
            <a:prstDash val="solid"/>
            <a:round/>
            <a:headEnd len="med" w="med" type="none"/>
            <a:tailEnd len="med" w="med" type="triangle"/>
          </a:ln>
        </p:spPr>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64" name="Shape 1464"/>
        <p:cNvGrpSpPr/>
        <p:nvPr/>
      </p:nvGrpSpPr>
      <p:grpSpPr>
        <a:xfrm>
          <a:off x="0" y="0"/>
          <a:ext cx="0" cy="0"/>
          <a:chOff x="0" y="0"/>
          <a:chExt cx="0" cy="0"/>
        </a:xfrm>
      </p:grpSpPr>
      <p:sp>
        <p:nvSpPr>
          <p:cNvPr id="1465" name="Google Shape;1465;p64"/>
          <p:cNvSpPr txBox="1"/>
          <p:nvPr/>
        </p:nvSpPr>
        <p:spPr>
          <a:xfrm>
            <a:off x="58275" y="0"/>
            <a:ext cx="3208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220">
                <a:solidFill>
                  <a:srgbClr val="CCCCCC"/>
                </a:solidFill>
                <a:latin typeface="Oswald"/>
                <a:ea typeface="Oswald"/>
                <a:cs typeface="Oswald"/>
                <a:sym typeface="Oswald"/>
              </a:rPr>
              <a:t>Doce Jet Wheel Hitch Post</a:t>
            </a:r>
            <a:endParaRPr sz="2220">
              <a:solidFill>
                <a:srgbClr val="CCCCCC"/>
              </a:solidFill>
              <a:latin typeface="Oswald"/>
              <a:ea typeface="Oswald"/>
              <a:cs typeface="Oswald"/>
              <a:sym typeface="Oswald"/>
            </a:endParaRPr>
          </a:p>
        </p:txBody>
      </p:sp>
      <p:sp>
        <p:nvSpPr>
          <p:cNvPr id="1466" name="Google Shape;1466;p64"/>
          <p:cNvSpPr/>
          <p:nvPr/>
        </p:nvSpPr>
        <p:spPr>
          <a:xfrm>
            <a:off x="4298357" y="27963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64"/>
          <p:cNvSpPr/>
          <p:nvPr/>
        </p:nvSpPr>
        <p:spPr>
          <a:xfrm>
            <a:off x="4957397" y="27963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64"/>
          <p:cNvSpPr/>
          <p:nvPr/>
        </p:nvSpPr>
        <p:spPr>
          <a:xfrm>
            <a:off x="5714574" y="27963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64"/>
          <p:cNvSpPr/>
          <p:nvPr/>
        </p:nvSpPr>
        <p:spPr>
          <a:xfrm>
            <a:off x="2784002" y="27963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64"/>
          <p:cNvSpPr/>
          <p:nvPr/>
        </p:nvSpPr>
        <p:spPr>
          <a:xfrm>
            <a:off x="3541179" y="27963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64"/>
          <p:cNvSpPr/>
          <p:nvPr/>
        </p:nvSpPr>
        <p:spPr>
          <a:xfrm>
            <a:off x="1261605" y="33747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1472" name="Google Shape;1472;p64"/>
          <p:cNvSpPr/>
          <p:nvPr/>
        </p:nvSpPr>
        <p:spPr>
          <a:xfrm>
            <a:off x="7367968" y="3332246"/>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1473" name="Google Shape;1473;p64"/>
          <p:cNvSpPr/>
          <p:nvPr/>
        </p:nvSpPr>
        <p:spPr>
          <a:xfrm>
            <a:off x="7007833" y="2792026"/>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1474" name="Google Shape;1474;p64"/>
          <p:cNvSpPr/>
          <p:nvPr/>
        </p:nvSpPr>
        <p:spPr>
          <a:xfrm>
            <a:off x="4449717" y="4473234"/>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1475" name="Google Shape;1475;p64"/>
          <p:cNvSpPr/>
          <p:nvPr/>
        </p:nvSpPr>
        <p:spPr>
          <a:xfrm>
            <a:off x="3912587" y="4473235"/>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1476" name="Google Shape;1476;p64"/>
          <p:cNvSpPr/>
          <p:nvPr/>
        </p:nvSpPr>
        <p:spPr>
          <a:xfrm>
            <a:off x="1743723" y="2796485"/>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1477" name="Google Shape;1477;p64"/>
          <p:cNvCxnSpPr/>
          <p:nvPr/>
        </p:nvCxnSpPr>
        <p:spPr>
          <a:xfrm flipH="1" rot="10800000">
            <a:off x="0" y="419350"/>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1478" name="Google Shape;1478;p64"/>
          <p:cNvPicPr preferRelativeResize="0"/>
          <p:nvPr/>
        </p:nvPicPr>
        <p:blipFill rotWithShape="1">
          <a:blip r:embed="rId3">
            <a:alphaModFix/>
          </a:blip>
          <a:srcRect b="67519" l="30670" r="30468" t="12480"/>
          <a:stretch/>
        </p:blipFill>
        <p:spPr>
          <a:xfrm>
            <a:off x="7891125" y="4570800"/>
            <a:ext cx="1017727" cy="572700"/>
          </a:xfrm>
          <a:prstGeom prst="rect">
            <a:avLst/>
          </a:prstGeom>
          <a:noFill/>
          <a:ln>
            <a:noFill/>
          </a:ln>
        </p:spPr>
      </p:pic>
      <p:sp>
        <p:nvSpPr>
          <p:cNvPr id="1479" name="Google Shape;1479;p64"/>
          <p:cNvSpPr/>
          <p:nvPr/>
        </p:nvSpPr>
        <p:spPr>
          <a:xfrm>
            <a:off x="3704975" y="22265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0" name="Google Shape;1480;p64"/>
          <p:cNvSpPr/>
          <p:nvPr/>
        </p:nvSpPr>
        <p:spPr>
          <a:xfrm>
            <a:off x="2722000" y="227900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sp>
        <p:nvSpPr>
          <p:cNvPr id="1481" name="Google Shape;1481;p64"/>
          <p:cNvSpPr/>
          <p:nvPr/>
        </p:nvSpPr>
        <p:spPr>
          <a:xfrm>
            <a:off x="4786150" y="22265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2" name="Google Shape;1482;p64"/>
          <p:cNvSpPr/>
          <p:nvPr/>
        </p:nvSpPr>
        <p:spPr>
          <a:xfrm>
            <a:off x="5867325" y="22265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3" name="Google Shape;1483;p64"/>
          <p:cNvSpPr/>
          <p:nvPr/>
        </p:nvSpPr>
        <p:spPr>
          <a:xfrm>
            <a:off x="2044300" y="170730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4" name="Google Shape;1484;p64"/>
          <p:cNvSpPr/>
          <p:nvPr/>
        </p:nvSpPr>
        <p:spPr>
          <a:xfrm>
            <a:off x="4368700" y="1401125"/>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5" name="Google Shape;1485;p64"/>
          <p:cNvSpPr/>
          <p:nvPr/>
        </p:nvSpPr>
        <p:spPr>
          <a:xfrm>
            <a:off x="5834125" y="1467125"/>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6" name="Google Shape;1486;p64"/>
          <p:cNvSpPr/>
          <p:nvPr/>
        </p:nvSpPr>
        <p:spPr>
          <a:xfrm>
            <a:off x="7504400" y="1401125"/>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7" name="Google Shape;1487;p64"/>
          <p:cNvSpPr/>
          <p:nvPr/>
        </p:nvSpPr>
        <p:spPr>
          <a:xfrm>
            <a:off x="5764325" y="70770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8" name="Google Shape;1488;p64"/>
          <p:cNvSpPr/>
          <p:nvPr/>
        </p:nvSpPr>
        <p:spPr>
          <a:xfrm>
            <a:off x="2634975" y="8542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8</a:t>
            </a:r>
            <a:endParaRPr/>
          </a:p>
        </p:txBody>
      </p:sp>
      <p:sp>
        <p:nvSpPr>
          <p:cNvPr id="1489" name="Google Shape;1489;p64"/>
          <p:cNvSpPr/>
          <p:nvPr/>
        </p:nvSpPr>
        <p:spPr>
          <a:xfrm>
            <a:off x="976975" y="133050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0" name="Google Shape;1490;p64"/>
          <p:cNvSpPr/>
          <p:nvPr/>
        </p:nvSpPr>
        <p:spPr>
          <a:xfrm>
            <a:off x="1847362" y="588925"/>
            <a:ext cx="281500" cy="2122000"/>
          </a:xfrm>
          <a:custGeom>
            <a:rect b="b" l="l" r="r" t="t"/>
            <a:pathLst>
              <a:path extrusionOk="0" h="84880" w="11260">
                <a:moveTo>
                  <a:pt x="2035" y="84880"/>
                </a:moveTo>
                <a:cubicBezTo>
                  <a:pt x="1779" y="76884"/>
                  <a:pt x="-1041" y="51051"/>
                  <a:pt x="497" y="36904"/>
                </a:cubicBezTo>
                <a:cubicBezTo>
                  <a:pt x="2035" y="22757"/>
                  <a:pt x="9467" y="6151"/>
                  <a:pt x="11261" y="0"/>
                </a:cubicBezTo>
              </a:path>
            </a:pathLst>
          </a:custGeom>
          <a:noFill/>
          <a:ln cap="flat" cmpd="sng" w="38100">
            <a:solidFill>
              <a:schemeClr val="dk2"/>
            </a:solidFill>
            <a:prstDash val="solid"/>
            <a:round/>
            <a:headEnd len="med" w="med" type="none"/>
            <a:tailEnd len="med" w="med" type="stealth"/>
          </a:ln>
        </p:spPr>
      </p:sp>
      <p:sp>
        <p:nvSpPr>
          <p:cNvPr id="1491" name="Google Shape;1491;p64"/>
          <p:cNvSpPr/>
          <p:nvPr/>
        </p:nvSpPr>
        <p:spPr>
          <a:xfrm>
            <a:off x="6119125" y="904150"/>
            <a:ext cx="1522275" cy="2412525"/>
          </a:xfrm>
          <a:custGeom>
            <a:rect b="b" l="l" r="r" t="t"/>
            <a:pathLst>
              <a:path extrusionOk="0" h="96501" w="60891">
                <a:moveTo>
                  <a:pt x="60891" y="94413"/>
                </a:moveTo>
                <a:cubicBezTo>
                  <a:pt x="60635" y="93901"/>
                  <a:pt x="61353" y="100872"/>
                  <a:pt x="59354" y="91338"/>
                </a:cubicBezTo>
                <a:cubicBezTo>
                  <a:pt x="57355" y="81805"/>
                  <a:pt x="58790" y="52435"/>
                  <a:pt x="48898" y="37212"/>
                </a:cubicBezTo>
                <a:cubicBezTo>
                  <a:pt x="39006" y="21989"/>
                  <a:pt x="8150" y="6202"/>
                  <a:pt x="0" y="0"/>
                </a:cubicBezTo>
              </a:path>
            </a:pathLst>
          </a:custGeom>
          <a:noFill/>
          <a:ln cap="flat" cmpd="sng" w="38100">
            <a:solidFill>
              <a:schemeClr val="dk2"/>
            </a:solidFill>
            <a:prstDash val="solid"/>
            <a:round/>
            <a:headEnd len="med" w="med" type="none"/>
            <a:tailEnd len="med" w="med" type="triangle"/>
          </a:ln>
        </p:spPr>
      </p:sp>
      <p:sp>
        <p:nvSpPr>
          <p:cNvPr id="1492" name="Google Shape;1492;p64"/>
          <p:cNvSpPr/>
          <p:nvPr/>
        </p:nvSpPr>
        <p:spPr>
          <a:xfrm>
            <a:off x="1752150" y="3648900"/>
            <a:ext cx="6642551" cy="17400"/>
          </a:xfrm>
          <a:custGeom>
            <a:rect b="b" l="l" r="r" t="t"/>
            <a:pathLst>
              <a:path extrusionOk="0" h="307" w="195283">
                <a:moveTo>
                  <a:pt x="0" y="0"/>
                </a:moveTo>
                <a:lnTo>
                  <a:pt x="195283" y="307"/>
                </a:lnTo>
              </a:path>
            </a:pathLst>
          </a:custGeom>
          <a:noFill/>
          <a:ln cap="flat" cmpd="sng" w="38100">
            <a:solidFill>
              <a:schemeClr val="dk2"/>
            </a:solidFill>
            <a:prstDash val="dash"/>
            <a:round/>
            <a:headEnd len="med" w="med" type="none"/>
            <a:tailEnd len="med" w="med" type="none"/>
          </a:ln>
        </p:spPr>
      </p:sp>
      <p:sp>
        <p:nvSpPr>
          <p:cNvPr id="1493" name="Google Shape;1493;p64"/>
          <p:cNvSpPr/>
          <p:nvPr/>
        </p:nvSpPr>
        <p:spPr>
          <a:xfrm>
            <a:off x="8425625" y="1365450"/>
            <a:ext cx="407125" cy="2206550"/>
          </a:xfrm>
          <a:custGeom>
            <a:rect b="b" l="l" r="r" t="t"/>
            <a:pathLst>
              <a:path extrusionOk="0" h="88262" w="16285">
                <a:moveTo>
                  <a:pt x="0" y="88262"/>
                </a:moveTo>
                <a:cubicBezTo>
                  <a:pt x="2614" y="81753"/>
                  <a:pt x="13531" y="63916"/>
                  <a:pt x="15684" y="49206"/>
                </a:cubicBezTo>
                <a:cubicBezTo>
                  <a:pt x="17837" y="34496"/>
                  <a:pt x="13377" y="8201"/>
                  <a:pt x="12916" y="0"/>
                </a:cubicBezTo>
              </a:path>
            </a:pathLst>
          </a:custGeom>
          <a:noFill/>
          <a:ln cap="flat" cmpd="sng" w="38100">
            <a:solidFill>
              <a:schemeClr val="dk2"/>
            </a:solidFill>
            <a:prstDash val="solid"/>
            <a:round/>
            <a:headEnd len="med" w="med" type="none"/>
            <a:tailEnd len="med" w="med" type="triangle"/>
          </a:ln>
        </p:spPr>
      </p:sp>
      <p:sp>
        <p:nvSpPr>
          <p:cNvPr id="1494" name="Google Shape;1494;p64"/>
          <p:cNvSpPr/>
          <p:nvPr/>
        </p:nvSpPr>
        <p:spPr>
          <a:xfrm>
            <a:off x="6872575" y="1408120"/>
            <a:ext cx="299850" cy="1287425"/>
          </a:xfrm>
          <a:custGeom>
            <a:rect b="b" l="l" r="r" t="t"/>
            <a:pathLst>
              <a:path extrusionOk="0" h="51497" w="11994">
                <a:moveTo>
                  <a:pt x="11994" y="51497"/>
                </a:moveTo>
                <a:cubicBezTo>
                  <a:pt x="11738" y="43194"/>
                  <a:pt x="12455" y="8186"/>
                  <a:pt x="10456" y="1676"/>
                </a:cubicBezTo>
                <a:cubicBezTo>
                  <a:pt x="8457" y="-4833"/>
                  <a:pt x="1743" y="10646"/>
                  <a:pt x="0" y="12440"/>
                </a:cubicBezTo>
              </a:path>
            </a:pathLst>
          </a:custGeom>
          <a:noFill/>
          <a:ln cap="flat" cmpd="sng" w="38100">
            <a:solidFill>
              <a:schemeClr val="dk2"/>
            </a:solidFill>
            <a:prstDash val="solid"/>
            <a:round/>
            <a:headEnd len="med" w="med" type="none"/>
            <a:tailEnd len="med" w="med" type="oval"/>
          </a:ln>
        </p:spPr>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98" name="Shape 1498"/>
        <p:cNvGrpSpPr/>
        <p:nvPr/>
      </p:nvGrpSpPr>
      <p:grpSpPr>
        <a:xfrm>
          <a:off x="0" y="0"/>
          <a:ext cx="0" cy="0"/>
          <a:chOff x="0" y="0"/>
          <a:chExt cx="0" cy="0"/>
        </a:xfrm>
      </p:grpSpPr>
      <p:sp>
        <p:nvSpPr>
          <p:cNvPr id="1499" name="Google Shape;1499;p65"/>
          <p:cNvSpPr txBox="1"/>
          <p:nvPr/>
        </p:nvSpPr>
        <p:spPr>
          <a:xfrm>
            <a:off x="58275" y="0"/>
            <a:ext cx="3208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220">
                <a:solidFill>
                  <a:srgbClr val="CCCCCC"/>
                </a:solidFill>
                <a:latin typeface="Oswald"/>
                <a:ea typeface="Oswald"/>
                <a:cs typeface="Oswald"/>
                <a:sym typeface="Oswald"/>
              </a:rPr>
              <a:t>Doce 3 Across 58 Jet Sweep</a:t>
            </a:r>
            <a:endParaRPr sz="2220">
              <a:solidFill>
                <a:srgbClr val="CCCCCC"/>
              </a:solidFill>
              <a:latin typeface="Oswald"/>
              <a:ea typeface="Oswald"/>
              <a:cs typeface="Oswald"/>
              <a:sym typeface="Oswald"/>
            </a:endParaRPr>
          </a:p>
        </p:txBody>
      </p:sp>
      <p:sp>
        <p:nvSpPr>
          <p:cNvPr id="1500" name="Google Shape;1500;p65"/>
          <p:cNvSpPr/>
          <p:nvPr/>
        </p:nvSpPr>
        <p:spPr>
          <a:xfrm>
            <a:off x="4298357" y="27963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65"/>
          <p:cNvSpPr/>
          <p:nvPr/>
        </p:nvSpPr>
        <p:spPr>
          <a:xfrm>
            <a:off x="4957397" y="27963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65"/>
          <p:cNvSpPr/>
          <p:nvPr/>
        </p:nvSpPr>
        <p:spPr>
          <a:xfrm>
            <a:off x="5714574" y="27963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65"/>
          <p:cNvSpPr/>
          <p:nvPr/>
        </p:nvSpPr>
        <p:spPr>
          <a:xfrm>
            <a:off x="2784002" y="27963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65"/>
          <p:cNvSpPr/>
          <p:nvPr/>
        </p:nvSpPr>
        <p:spPr>
          <a:xfrm>
            <a:off x="3541179" y="27963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65"/>
          <p:cNvSpPr/>
          <p:nvPr/>
        </p:nvSpPr>
        <p:spPr>
          <a:xfrm>
            <a:off x="1261605" y="3374755"/>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1506" name="Google Shape;1506;p65"/>
          <p:cNvSpPr/>
          <p:nvPr/>
        </p:nvSpPr>
        <p:spPr>
          <a:xfrm>
            <a:off x="7367968" y="3332246"/>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1507" name="Google Shape;1507;p65"/>
          <p:cNvSpPr/>
          <p:nvPr/>
        </p:nvSpPr>
        <p:spPr>
          <a:xfrm>
            <a:off x="7007833" y="2792026"/>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1508" name="Google Shape;1508;p65"/>
          <p:cNvSpPr/>
          <p:nvPr/>
        </p:nvSpPr>
        <p:spPr>
          <a:xfrm>
            <a:off x="4449717" y="4473234"/>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1509" name="Google Shape;1509;p65"/>
          <p:cNvSpPr/>
          <p:nvPr/>
        </p:nvSpPr>
        <p:spPr>
          <a:xfrm>
            <a:off x="3912587" y="4473235"/>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1510" name="Google Shape;1510;p65"/>
          <p:cNvSpPr/>
          <p:nvPr/>
        </p:nvSpPr>
        <p:spPr>
          <a:xfrm>
            <a:off x="1743723" y="2796485"/>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1511" name="Google Shape;1511;p65"/>
          <p:cNvCxnSpPr/>
          <p:nvPr/>
        </p:nvCxnSpPr>
        <p:spPr>
          <a:xfrm flipH="1" rot="10800000">
            <a:off x="0" y="419350"/>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1512" name="Google Shape;1512;p65"/>
          <p:cNvPicPr preferRelativeResize="0"/>
          <p:nvPr/>
        </p:nvPicPr>
        <p:blipFill rotWithShape="1">
          <a:blip r:embed="rId3">
            <a:alphaModFix/>
          </a:blip>
          <a:srcRect b="67519" l="30670" r="30468" t="12480"/>
          <a:stretch/>
        </p:blipFill>
        <p:spPr>
          <a:xfrm>
            <a:off x="7891125" y="4570800"/>
            <a:ext cx="1017727" cy="572700"/>
          </a:xfrm>
          <a:prstGeom prst="rect">
            <a:avLst/>
          </a:prstGeom>
          <a:noFill/>
          <a:ln>
            <a:noFill/>
          </a:ln>
        </p:spPr>
      </p:pic>
      <p:sp>
        <p:nvSpPr>
          <p:cNvPr id="1513" name="Google Shape;1513;p65"/>
          <p:cNvSpPr/>
          <p:nvPr/>
        </p:nvSpPr>
        <p:spPr>
          <a:xfrm>
            <a:off x="3704975" y="22265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4" name="Google Shape;1514;p65"/>
          <p:cNvSpPr/>
          <p:nvPr/>
        </p:nvSpPr>
        <p:spPr>
          <a:xfrm>
            <a:off x="2722000" y="227900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sp>
        <p:nvSpPr>
          <p:cNvPr id="1515" name="Google Shape;1515;p65"/>
          <p:cNvSpPr/>
          <p:nvPr/>
        </p:nvSpPr>
        <p:spPr>
          <a:xfrm>
            <a:off x="4786150" y="22265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6" name="Google Shape;1516;p65"/>
          <p:cNvSpPr/>
          <p:nvPr/>
        </p:nvSpPr>
        <p:spPr>
          <a:xfrm>
            <a:off x="5867325" y="22265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7" name="Google Shape;1517;p65"/>
          <p:cNvSpPr/>
          <p:nvPr/>
        </p:nvSpPr>
        <p:spPr>
          <a:xfrm>
            <a:off x="2044300" y="170730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8" name="Google Shape;1518;p65"/>
          <p:cNvSpPr/>
          <p:nvPr/>
        </p:nvSpPr>
        <p:spPr>
          <a:xfrm>
            <a:off x="4368700" y="1401125"/>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9" name="Google Shape;1519;p65"/>
          <p:cNvSpPr/>
          <p:nvPr/>
        </p:nvSpPr>
        <p:spPr>
          <a:xfrm>
            <a:off x="5834125" y="1467125"/>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0" name="Google Shape;1520;p65"/>
          <p:cNvSpPr/>
          <p:nvPr/>
        </p:nvSpPr>
        <p:spPr>
          <a:xfrm>
            <a:off x="7504400" y="1401125"/>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1" name="Google Shape;1521;p65"/>
          <p:cNvSpPr/>
          <p:nvPr/>
        </p:nvSpPr>
        <p:spPr>
          <a:xfrm>
            <a:off x="5764325" y="70770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2" name="Google Shape;1522;p65"/>
          <p:cNvSpPr/>
          <p:nvPr/>
        </p:nvSpPr>
        <p:spPr>
          <a:xfrm>
            <a:off x="2634975" y="8542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8</a:t>
            </a:r>
            <a:endParaRPr/>
          </a:p>
        </p:txBody>
      </p:sp>
      <p:sp>
        <p:nvSpPr>
          <p:cNvPr id="1523" name="Google Shape;1523;p65"/>
          <p:cNvSpPr/>
          <p:nvPr/>
        </p:nvSpPr>
        <p:spPr>
          <a:xfrm>
            <a:off x="976975" y="133050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4" name="Google Shape;1524;p65"/>
          <p:cNvSpPr/>
          <p:nvPr/>
        </p:nvSpPr>
        <p:spPr>
          <a:xfrm>
            <a:off x="1752150" y="3648900"/>
            <a:ext cx="6642551" cy="17400"/>
          </a:xfrm>
          <a:custGeom>
            <a:rect b="b" l="l" r="r" t="t"/>
            <a:pathLst>
              <a:path extrusionOk="0" h="307" w="195283">
                <a:moveTo>
                  <a:pt x="0" y="0"/>
                </a:moveTo>
                <a:lnTo>
                  <a:pt x="195283" y="307"/>
                </a:lnTo>
              </a:path>
            </a:pathLst>
          </a:custGeom>
          <a:noFill/>
          <a:ln cap="flat" cmpd="sng" w="38100">
            <a:solidFill>
              <a:schemeClr val="dk2"/>
            </a:solidFill>
            <a:prstDash val="dash"/>
            <a:round/>
            <a:headEnd len="med" w="med" type="none"/>
            <a:tailEnd len="med" w="med" type="none"/>
          </a:ln>
        </p:spPr>
      </p:sp>
      <p:sp>
        <p:nvSpPr>
          <p:cNvPr id="1525" name="Google Shape;1525;p65"/>
          <p:cNvSpPr/>
          <p:nvPr/>
        </p:nvSpPr>
        <p:spPr>
          <a:xfrm>
            <a:off x="8387175" y="2987700"/>
            <a:ext cx="151675" cy="661200"/>
          </a:xfrm>
          <a:custGeom>
            <a:rect b="b" l="l" r="r" t="t"/>
            <a:pathLst>
              <a:path extrusionOk="0" h="26448" w="6067">
                <a:moveTo>
                  <a:pt x="0" y="26448"/>
                </a:moveTo>
                <a:cubicBezTo>
                  <a:pt x="974" y="23014"/>
                  <a:pt x="5074" y="10251"/>
                  <a:pt x="5843" y="5843"/>
                </a:cubicBezTo>
                <a:cubicBezTo>
                  <a:pt x="6612" y="1435"/>
                  <a:pt x="4818" y="974"/>
                  <a:pt x="4613" y="0"/>
                </a:cubicBezTo>
              </a:path>
            </a:pathLst>
          </a:custGeom>
          <a:noFill/>
          <a:ln cap="flat" cmpd="sng" w="38100">
            <a:solidFill>
              <a:schemeClr val="dk2"/>
            </a:solidFill>
            <a:prstDash val="solid"/>
            <a:round/>
            <a:headEnd len="med" w="med" type="none"/>
            <a:tailEnd len="med" w="med" type="oval"/>
          </a:ln>
        </p:spPr>
      </p:sp>
      <p:sp>
        <p:nvSpPr>
          <p:cNvPr id="1526" name="Google Shape;1526;p65"/>
          <p:cNvSpPr/>
          <p:nvPr/>
        </p:nvSpPr>
        <p:spPr>
          <a:xfrm>
            <a:off x="6488150" y="2432205"/>
            <a:ext cx="676575" cy="355575"/>
          </a:xfrm>
          <a:custGeom>
            <a:rect b="b" l="l" r="r" t="t"/>
            <a:pathLst>
              <a:path extrusionOk="0" h="14223" w="27063">
                <a:moveTo>
                  <a:pt x="27063" y="14224"/>
                </a:moveTo>
                <a:cubicBezTo>
                  <a:pt x="23424" y="12123"/>
                  <a:pt x="9739" y="3973"/>
                  <a:pt x="5228" y="1615"/>
                </a:cubicBezTo>
                <a:cubicBezTo>
                  <a:pt x="718" y="-743"/>
                  <a:pt x="871" y="333"/>
                  <a:pt x="0" y="77"/>
                </a:cubicBezTo>
              </a:path>
            </a:pathLst>
          </a:custGeom>
          <a:noFill/>
          <a:ln cap="flat" cmpd="sng" w="38100">
            <a:solidFill>
              <a:schemeClr val="dk2"/>
            </a:solidFill>
            <a:prstDash val="solid"/>
            <a:round/>
            <a:headEnd len="med" w="med" type="none"/>
            <a:tailEnd len="med" w="med" type="oval"/>
          </a:ln>
        </p:spPr>
      </p:sp>
      <p:sp>
        <p:nvSpPr>
          <p:cNvPr id="1527" name="Google Shape;1527;p65"/>
          <p:cNvSpPr/>
          <p:nvPr/>
        </p:nvSpPr>
        <p:spPr>
          <a:xfrm>
            <a:off x="6342075" y="1719125"/>
            <a:ext cx="284050" cy="599675"/>
          </a:xfrm>
          <a:custGeom>
            <a:rect b="b" l="l" r="r" t="t"/>
            <a:pathLst>
              <a:path extrusionOk="0" h="23987" w="11362">
                <a:moveTo>
                  <a:pt x="10764" y="23987"/>
                </a:moveTo>
                <a:cubicBezTo>
                  <a:pt x="10713" y="21476"/>
                  <a:pt x="12250" y="12916"/>
                  <a:pt x="10456" y="8918"/>
                </a:cubicBezTo>
                <a:cubicBezTo>
                  <a:pt x="8662" y="4920"/>
                  <a:pt x="1743" y="1486"/>
                  <a:pt x="0" y="0"/>
                </a:cubicBezTo>
              </a:path>
            </a:pathLst>
          </a:custGeom>
          <a:noFill/>
          <a:ln cap="flat" cmpd="sng" w="38100">
            <a:solidFill>
              <a:schemeClr val="dk2"/>
            </a:solidFill>
            <a:prstDash val="dash"/>
            <a:round/>
            <a:headEnd len="med" w="med" type="none"/>
            <a:tailEnd len="med" w="med" type="none"/>
          </a:ln>
        </p:spPr>
      </p:sp>
      <p:sp>
        <p:nvSpPr>
          <p:cNvPr id="1528" name="Google Shape;1528;p65"/>
          <p:cNvSpPr/>
          <p:nvPr/>
        </p:nvSpPr>
        <p:spPr>
          <a:xfrm>
            <a:off x="6980200" y="1573050"/>
            <a:ext cx="676575" cy="1683725"/>
          </a:xfrm>
          <a:custGeom>
            <a:rect b="b" l="l" r="r" t="t"/>
            <a:pathLst>
              <a:path extrusionOk="0" h="67349" w="27063">
                <a:moveTo>
                  <a:pt x="27063" y="67349"/>
                </a:moveTo>
                <a:cubicBezTo>
                  <a:pt x="26141" y="61096"/>
                  <a:pt x="26039" y="41055"/>
                  <a:pt x="21528" y="29830"/>
                </a:cubicBezTo>
                <a:cubicBezTo>
                  <a:pt x="17018" y="18605"/>
                  <a:pt x="3588" y="4972"/>
                  <a:pt x="0" y="0"/>
                </a:cubicBezTo>
              </a:path>
            </a:pathLst>
          </a:custGeom>
          <a:noFill/>
          <a:ln cap="flat" cmpd="sng" w="38100">
            <a:solidFill>
              <a:schemeClr val="dk2"/>
            </a:solidFill>
            <a:prstDash val="dash"/>
            <a:round/>
            <a:headEnd len="med" w="med" type="none"/>
            <a:tailEnd len="med" w="med" type="oval"/>
          </a:ln>
        </p:spPr>
      </p:sp>
      <p:sp>
        <p:nvSpPr>
          <p:cNvPr id="1529" name="Google Shape;1529;p65"/>
          <p:cNvSpPr/>
          <p:nvPr/>
        </p:nvSpPr>
        <p:spPr>
          <a:xfrm>
            <a:off x="1921275" y="3379800"/>
            <a:ext cx="7700" cy="384425"/>
          </a:xfrm>
          <a:custGeom>
            <a:rect b="b" l="l" r="r" t="t"/>
            <a:pathLst>
              <a:path extrusionOk="0" h="15377" w="308">
                <a:moveTo>
                  <a:pt x="0" y="0"/>
                </a:moveTo>
                <a:lnTo>
                  <a:pt x="308" y="15377"/>
                </a:lnTo>
              </a:path>
            </a:pathLst>
          </a:custGeom>
          <a:noFill/>
          <a:ln cap="flat" cmpd="sng" w="38100">
            <a:solidFill>
              <a:schemeClr val="dk2"/>
            </a:solidFill>
            <a:prstDash val="dash"/>
            <a:round/>
            <a:headEnd len="med" w="med" type="none"/>
            <a:tailEnd len="med" w="med" type="none"/>
          </a:ln>
        </p:spPr>
      </p:sp>
      <p:sp>
        <p:nvSpPr>
          <p:cNvPr id="1530" name="Google Shape;1530;p65"/>
          <p:cNvSpPr/>
          <p:nvPr/>
        </p:nvSpPr>
        <p:spPr>
          <a:xfrm>
            <a:off x="1708563" y="3760358"/>
            <a:ext cx="5440775" cy="528650"/>
          </a:xfrm>
          <a:custGeom>
            <a:rect b="b" l="l" r="r" t="t"/>
            <a:pathLst>
              <a:path extrusionOk="0" h="21146" w="217631">
                <a:moveTo>
                  <a:pt x="10662" y="2307"/>
                </a:moveTo>
                <a:cubicBezTo>
                  <a:pt x="11175" y="2410"/>
                  <a:pt x="1" y="0"/>
                  <a:pt x="13737" y="2922"/>
                </a:cubicBezTo>
                <a:cubicBezTo>
                  <a:pt x="27474" y="5844"/>
                  <a:pt x="66377" y="17223"/>
                  <a:pt x="93081" y="19837"/>
                </a:cubicBezTo>
                <a:cubicBezTo>
                  <a:pt x="119785" y="22451"/>
                  <a:pt x="153204" y="20401"/>
                  <a:pt x="173962" y="18607"/>
                </a:cubicBezTo>
                <a:cubicBezTo>
                  <a:pt x="194721" y="16813"/>
                  <a:pt x="210354" y="10662"/>
                  <a:pt x="217632" y="9073"/>
                </a:cubicBezTo>
              </a:path>
            </a:pathLst>
          </a:custGeom>
          <a:noFill/>
          <a:ln cap="flat" cmpd="sng" w="38100">
            <a:solidFill>
              <a:schemeClr val="dk2"/>
            </a:solidFill>
            <a:prstDash val="solid"/>
            <a:round/>
            <a:headEnd len="med" w="med" type="none"/>
            <a:tailEnd len="med" w="med" type="triangle"/>
          </a:ln>
        </p:spPr>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34" name="Shape 1534"/>
        <p:cNvGrpSpPr/>
        <p:nvPr/>
      </p:nvGrpSpPr>
      <p:grpSpPr>
        <a:xfrm>
          <a:off x="0" y="0"/>
          <a:ext cx="0" cy="0"/>
          <a:chOff x="0" y="0"/>
          <a:chExt cx="0" cy="0"/>
        </a:xfrm>
      </p:grpSpPr>
      <p:sp>
        <p:nvSpPr>
          <p:cNvPr id="1535" name="Google Shape;1535;p66"/>
          <p:cNvSpPr txBox="1"/>
          <p:nvPr/>
        </p:nvSpPr>
        <p:spPr>
          <a:xfrm>
            <a:off x="58275" y="0"/>
            <a:ext cx="4186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220">
                <a:solidFill>
                  <a:srgbClr val="CCCCCC"/>
                </a:solidFill>
                <a:latin typeface="Oswald"/>
                <a:ea typeface="Oswald"/>
                <a:cs typeface="Oswald"/>
                <a:sym typeface="Oswald"/>
              </a:rPr>
              <a:t>Doce Fake 58 Jet Sweep 22 Read</a:t>
            </a:r>
            <a:endParaRPr sz="2220">
              <a:solidFill>
                <a:srgbClr val="CCCCCC"/>
              </a:solidFill>
              <a:latin typeface="Oswald"/>
              <a:ea typeface="Oswald"/>
              <a:cs typeface="Oswald"/>
              <a:sym typeface="Oswald"/>
            </a:endParaRPr>
          </a:p>
        </p:txBody>
      </p:sp>
      <p:sp>
        <p:nvSpPr>
          <p:cNvPr id="1536" name="Google Shape;1536;p66"/>
          <p:cNvSpPr/>
          <p:nvPr/>
        </p:nvSpPr>
        <p:spPr>
          <a:xfrm>
            <a:off x="4298357" y="2796341"/>
            <a:ext cx="487800" cy="4923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66"/>
          <p:cNvSpPr/>
          <p:nvPr/>
        </p:nvSpPr>
        <p:spPr>
          <a:xfrm>
            <a:off x="4957397" y="27963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66"/>
          <p:cNvSpPr/>
          <p:nvPr/>
        </p:nvSpPr>
        <p:spPr>
          <a:xfrm>
            <a:off x="5714574" y="27963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66"/>
          <p:cNvSpPr/>
          <p:nvPr/>
        </p:nvSpPr>
        <p:spPr>
          <a:xfrm>
            <a:off x="2784002" y="27963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66"/>
          <p:cNvSpPr/>
          <p:nvPr/>
        </p:nvSpPr>
        <p:spPr>
          <a:xfrm>
            <a:off x="3541179" y="2796341"/>
            <a:ext cx="586200" cy="4923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66"/>
          <p:cNvSpPr/>
          <p:nvPr/>
        </p:nvSpPr>
        <p:spPr>
          <a:xfrm>
            <a:off x="1276980" y="2792030"/>
            <a:ext cx="328743" cy="500940"/>
          </a:xfrm>
          <a:prstGeom prst="rect">
            <a:avLst/>
          </a:prstGeom>
        </p:spPr>
        <p:txBody>
          <a:bodyPr>
            <a:prstTxWarp prst="textPlain"/>
          </a:bodyPr>
          <a:lstStyle/>
          <a:p>
            <a:pPr lvl="0" algn="ctr"/>
            <a:r>
              <a:rPr b="0" i="0">
                <a:ln>
                  <a:noFill/>
                </a:ln>
                <a:solidFill>
                  <a:schemeClr val="accent1"/>
                </a:solidFill>
                <a:latin typeface="Arial"/>
              </a:rPr>
              <a:t>3</a:t>
            </a:r>
          </a:p>
        </p:txBody>
      </p:sp>
      <p:sp>
        <p:nvSpPr>
          <p:cNvPr id="1542" name="Google Shape;1542;p66"/>
          <p:cNvSpPr/>
          <p:nvPr/>
        </p:nvSpPr>
        <p:spPr>
          <a:xfrm>
            <a:off x="7367968" y="3332246"/>
            <a:ext cx="346968" cy="490660"/>
          </a:xfrm>
          <a:prstGeom prst="rect">
            <a:avLst/>
          </a:prstGeom>
        </p:spPr>
        <p:txBody>
          <a:bodyPr>
            <a:prstTxWarp prst="textPlain"/>
          </a:bodyPr>
          <a:lstStyle/>
          <a:p>
            <a:pPr lvl="0" algn="ctr"/>
            <a:r>
              <a:rPr b="0" i="0">
                <a:ln>
                  <a:noFill/>
                </a:ln>
                <a:solidFill>
                  <a:schemeClr val="accent1"/>
                </a:solidFill>
                <a:latin typeface="Arial"/>
              </a:rPr>
              <a:t>4</a:t>
            </a:r>
          </a:p>
        </p:txBody>
      </p:sp>
      <p:sp>
        <p:nvSpPr>
          <p:cNvPr id="1543" name="Google Shape;1543;p66"/>
          <p:cNvSpPr/>
          <p:nvPr/>
        </p:nvSpPr>
        <p:spPr>
          <a:xfrm>
            <a:off x="7007833" y="2792026"/>
            <a:ext cx="331547" cy="500940"/>
          </a:xfrm>
          <a:prstGeom prst="rect">
            <a:avLst/>
          </a:prstGeom>
        </p:spPr>
        <p:txBody>
          <a:bodyPr>
            <a:prstTxWarp prst="textPlain"/>
          </a:bodyPr>
          <a:lstStyle/>
          <a:p>
            <a:pPr lvl="0" algn="ctr"/>
            <a:r>
              <a:rPr b="0" i="0">
                <a:ln>
                  <a:noFill/>
                </a:ln>
                <a:solidFill>
                  <a:schemeClr val="accent1"/>
                </a:solidFill>
                <a:latin typeface="Arial"/>
              </a:rPr>
              <a:t>6</a:t>
            </a:r>
          </a:p>
        </p:txBody>
      </p:sp>
      <p:sp>
        <p:nvSpPr>
          <p:cNvPr id="1544" name="Google Shape;1544;p66"/>
          <p:cNvSpPr/>
          <p:nvPr/>
        </p:nvSpPr>
        <p:spPr>
          <a:xfrm>
            <a:off x="4449717" y="4473234"/>
            <a:ext cx="185049" cy="492716"/>
          </a:xfrm>
          <a:prstGeom prst="rect">
            <a:avLst/>
          </a:prstGeom>
        </p:spPr>
        <p:txBody>
          <a:bodyPr>
            <a:prstTxWarp prst="textPlain"/>
          </a:bodyPr>
          <a:lstStyle/>
          <a:p>
            <a:pPr lvl="0" algn="ctr"/>
            <a:r>
              <a:rPr b="0" i="0">
                <a:ln>
                  <a:noFill/>
                </a:ln>
                <a:solidFill>
                  <a:schemeClr val="accent1"/>
                </a:solidFill>
                <a:latin typeface="Arial"/>
              </a:rPr>
              <a:t>1</a:t>
            </a:r>
          </a:p>
        </p:txBody>
      </p:sp>
      <p:sp>
        <p:nvSpPr>
          <p:cNvPr id="1545" name="Google Shape;1545;p66"/>
          <p:cNvSpPr/>
          <p:nvPr/>
        </p:nvSpPr>
        <p:spPr>
          <a:xfrm>
            <a:off x="3912587" y="4473235"/>
            <a:ext cx="332248" cy="492716"/>
          </a:xfrm>
          <a:prstGeom prst="rect">
            <a:avLst/>
          </a:prstGeom>
        </p:spPr>
        <p:txBody>
          <a:bodyPr>
            <a:prstTxWarp prst="textPlain"/>
          </a:bodyPr>
          <a:lstStyle/>
          <a:p>
            <a:pPr lvl="0" algn="ctr"/>
            <a:r>
              <a:rPr b="0" i="0">
                <a:ln>
                  <a:noFill/>
                </a:ln>
                <a:solidFill>
                  <a:schemeClr val="accent1"/>
                </a:solidFill>
                <a:latin typeface="Arial"/>
              </a:rPr>
              <a:t>2</a:t>
            </a:r>
          </a:p>
        </p:txBody>
      </p:sp>
      <p:sp>
        <p:nvSpPr>
          <p:cNvPr id="1546" name="Google Shape;1546;p66"/>
          <p:cNvSpPr/>
          <p:nvPr/>
        </p:nvSpPr>
        <p:spPr>
          <a:xfrm>
            <a:off x="1743723" y="3218710"/>
            <a:ext cx="332949" cy="492031"/>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1547" name="Google Shape;1547;p66"/>
          <p:cNvCxnSpPr/>
          <p:nvPr/>
        </p:nvCxnSpPr>
        <p:spPr>
          <a:xfrm flipH="1" rot="10800000">
            <a:off x="0" y="419350"/>
            <a:ext cx="3501300" cy="17400"/>
          </a:xfrm>
          <a:prstGeom prst="straightConnector1">
            <a:avLst/>
          </a:prstGeom>
          <a:noFill/>
          <a:ln cap="flat" cmpd="sng" w="19050">
            <a:solidFill>
              <a:srgbClr val="1155CC"/>
            </a:solidFill>
            <a:prstDash val="solid"/>
            <a:round/>
            <a:headEnd len="med" w="med" type="none"/>
            <a:tailEnd len="med" w="med" type="none"/>
          </a:ln>
        </p:spPr>
      </p:cxnSp>
      <p:pic>
        <p:nvPicPr>
          <p:cNvPr id="1548" name="Google Shape;1548;p66"/>
          <p:cNvPicPr preferRelativeResize="0"/>
          <p:nvPr/>
        </p:nvPicPr>
        <p:blipFill rotWithShape="1">
          <a:blip r:embed="rId3">
            <a:alphaModFix/>
          </a:blip>
          <a:srcRect b="67519" l="30670" r="30468" t="12480"/>
          <a:stretch/>
        </p:blipFill>
        <p:spPr>
          <a:xfrm>
            <a:off x="7891125" y="4570800"/>
            <a:ext cx="1017727" cy="572700"/>
          </a:xfrm>
          <a:prstGeom prst="rect">
            <a:avLst/>
          </a:prstGeom>
          <a:noFill/>
          <a:ln>
            <a:noFill/>
          </a:ln>
        </p:spPr>
      </p:pic>
      <p:sp>
        <p:nvSpPr>
          <p:cNvPr id="1549" name="Google Shape;1549;p66"/>
          <p:cNvSpPr/>
          <p:nvPr/>
        </p:nvSpPr>
        <p:spPr>
          <a:xfrm>
            <a:off x="3704975" y="22265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0" name="Google Shape;1550;p66"/>
          <p:cNvSpPr/>
          <p:nvPr/>
        </p:nvSpPr>
        <p:spPr>
          <a:xfrm>
            <a:off x="2722000" y="227900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sp>
        <p:nvSpPr>
          <p:cNvPr id="1551" name="Google Shape;1551;p66"/>
          <p:cNvSpPr/>
          <p:nvPr/>
        </p:nvSpPr>
        <p:spPr>
          <a:xfrm>
            <a:off x="4786150" y="22265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2" name="Google Shape;1552;p66"/>
          <p:cNvSpPr/>
          <p:nvPr/>
        </p:nvSpPr>
        <p:spPr>
          <a:xfrm>
            <a:off x="5867325" y="22265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3" name="Google Shape;1553;p66"/>
          <p:cNvSpPr/>
          <p:nvPr/>
        </p:nvSpPr>
        <p:spPr>
          <a:xfrm>
            <a:off x="2044300" y="170730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4" name="Google Shape;1554;p66"/>
          <p:cNvSpPr/>
          <p:nvPr/>
        </p:nvSpPr>
        <p:spPr>
          <a:xfrm>
            <a:off x="4368700" y="1401125"/>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5" name="Google Shape;1555;p66"/>
          <p:cNvSpPr/>
          <p:nvPr/>
        </p:nvSpPr>
        <p:spPr>
          <a:xfrm>
            <a:off x="5834125" y="1467125"/>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6" name="Google Shape;1556;p66"/>
          <p:cNvSpPr/>
          <p:nvPr/>
        </p:nvSpPr>
        <p:spPr>
          <a:xfrm>
            <a:off x="7504400" y="1401125"/>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7" name="Google Shape;1557;p66"/>
          <p:cNvSpPr/>
          <p:nvPr/>
        </p:nvSpPr>
        <p:spPr>
          <a:xfrm>
            <a:off x="5764325" y="70770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8" name="Google Shape;1558;p66"/>
          <p:cNvSpPr/>
          <p:nvPr/>
        </p:nvSpPr>
        <p:spPr>
          <a:xfrm>
            <a:off x="2634975" y="8542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8</a:t>
            </a:r>
            <a:endParaRPr/>
          </a:p>
        </p:txBody>
      </p:sp>
      <p:sp>
        <p:nvSpPr>
          <p:cNvPr id="1559" name="Google Shape;1559;p66"/>
          <p:cNvSpPr/>
          <p:nvPr/>
        </p:nvSpPr>
        <p:spPr>
          <a:xfrm>
            <a:off x="976975" y="133050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0" name="Google Shape;1560;p66"/>
          <p:cNvSpPr/>
          <p:nvPr/>
        </p:nvSpPr>
        <p:spPr>
          <a:xfrm>
            <a:off x="8387175" y="2987700"/>
            <a:ext cx="151675" cy="661200"/>
          </a:xfrm>
          <a:custGeom>
            <a:rect b="b" l="l" r="r" t="t"/>
            <a:pathLst>
              <a:path extrusionOk="0" h="26448" w="6067">
                <a:moveTo>
                  <a:pt x="0" y="26448"/>
                </a:moveTo>
                <a:cubicBezTo>
                  <a:pt x="974" y="23014"/>
                  <a:pt x="5074" y="10251"/>
                  <a:pt x="5843" y="5843"/>
                </a:cubicBezTo>
                <a:cubicBezTo>
                  <a:pt x="6612" y="1435"/>
                  <a:pt x="4818" y="974"/>
                  <a:pt x="4613" y="0"/>
                </a:cubicBezTo>
              </a:path>
            </a:pathLst>
          </a:custGeom>
          <a:noFill/>
          <a:ln cap="flat" cmpd="sng" w="38100">
            <a:solidFill>
              <a:schemeClr val="dk2"/>
            </a:solidFill>
            <a:prstDash val="solid"/>
            <a:round/>
            <a:headEnd len="med" w="med" type="none"/>
            <a:tailEnd len="med" w="med" type="oval"/>
          </a:ln>
        </p:spPr>
      </p:sp>
      <p:sp>
        <p:nvSpPr>
          <p:cNvPr id="1561" name="Google Shape;1561;p66"/>
          <p:cNvSpPr/>
          <p:nvPr/>
        </p:nvSpPr>
        <p:spPr>
          <a:xfrm>
            <a:off x="6488150" y="2432205"/>
            <a:ext cx="676575" cy="355575"/>
          </a:xfrm>
          <a:custGeom>
            <a:rect b="b" l="l" r="r" t="t"/>
            <a:pathLst>
              <a:path extrusionOk="0" h="14223" w="27063">
                <a:moveTo>
                  <a:pt x="27063" y="14224"/>
                </a:moveTo>
                <a:cubicBezTo>
                  <a:pt x="23424" y="12123"/>
                  <a:pt x="9739" y="3973"/>
                  <a:pt x="5228" y="1615"/>
                </a:cubicBezTo>
                <a:cubicBezTo>
                  <a:pt x="718" y="-743"/>
                  <a:pt x="871" y="333"/>
                  <a:pt x="0" y="77"/>
                </a:cubicBezTo>
              </a:path>
            </a:pathLst>
          </a:custGeom>
          <a:noFill/>
          <a:ln cap="flat" cmpd="sng" w="38100">
            <a:solidFill>
              <a:schemeClr val="dk2"/>
            </a:solidFill>
            <a:prstDash val="solid"/>
            <a:round/>
            <a:headEnd len="med" w="med" type="none"/>
            <a:tailEnd len="med" w="med" type="oval"/>
          </a:ln>
        </p:spPr>
      </p:sp>
      <p:sp>
        <p:nvSpPr>
          <p:cNvPr id="1562" name="Google Shape;1562;p66"/>
          <p:cNvSpPr/>
          <p:nvPr/>
        </p:nvSpPr>
        <p:spPr>
          <a:xfrm>
            <a:off x="6342075" y="1719125"/>
            <a:ext cx="284050" cy="599675"/>
          </a:xfrm>
          <a:custGeom>
            <a:rect b="b" l="l" r="r" t="t"/>
            <a:pathLst>
              <a:path extrusionOk="0" h="23987" w="11362">
                <a:moveTo>
                  <a:pt x="10764" y="23987"/>
                </a:moveTo>
                <a:cubicBezTo>
                  <a:pt x="10713" y="21476"/>
                  <a:pt x="12250" y="12916"/>
                  <a:pt x="10456" y="8918"/>
                </a:cubicBezTo>
                <a:cubicBezTo>
                  <a:pt x="8662" y="4920"/>
                  <a:pt x="1743" y="1486"/>
                  <a:pt x="0" y="0"/>
                </a:cubicBezTo>
              </a:path>
            </a:pathLst>
          </a:custGeom>
          <a:noFill/>
          <a:ln cap="flat" cmpd="sng" w="38100">
            <a:solidFill>
              <a:schemeClr val="dk2"/>
            </a:solidFill>
            <a:prstDash val="dash"/>
            <a:round/>
            <a:headEnd len="med" w="med" type="none"/>
            <a:tailEnd len="med" w="med" type="none"/>
          </a:ln>
        </p:spPr>
      </p:sp>
      <p:sp>
        <p:nvSpPr>
          <p:cNvPr id="1563" name="Google Shape;1563;p66"/>
          <p:cNvSpPr/>
          <p:nvPr/>
        </p:nvSpPr>
        <p:spPr>
          <a:xfrm>
            <a:off x="6980200" y="1573050"/>
            <a:ext cx="676575" cy="1683725"/>
          </a:xfrm>
          <a:custGeom>
            <a:rect b="b" l="l" r="r" t="t"/>
            <a:pathLst>
              <a:path extrusionOk="0" h="67349" w="27063">
                <a:moveTo>
                  <a:pt x="27063" y="67349"/>
                </a:moveTo>
                <a:cubicBezTo>
                  <a:pt x="26141" y="61096"/>
                  <a:pt x="26039" y="41055"/>
                  <a:pt x="21528" y="29830"/>
                </a:cubicBezTo>
                <a:cubicBezTo>
                  <a:pt x="17018" y="18605"/>
                  <a:pt x="3588" y="4972"/>
                  <a:pt x="0" y="0"/>
                </a:cubicBezTo>
              </a:path>
            </a:pathLst>
          </a:custGeom>
          <a:noFill/>
          <a:ln cap="flat" cmpd="sng" w="38100">
            <a:solidFill>
              <a:schemeClr val="dk2"/>
            </a:solidFill>
            <a:prstDash val="dash"/>
            <a:round/>
            <a:headEnd len="med" w="med" type="none"/>
            <a:tailEnd len="med" w="med" type="oval"/>
          </a:ln>
        </p:spPr>
      </p:sp>
      <p:sp>
        <p:nvSpPr>
          <p:cNvPr id="1564" name="Google Shape;1564;p66"/>
          <p:cNvSpPr/>
          <p:nvPr/>
        </p:nvSpPr>
        <p:spPr>
          <a:xfrm>
            <a:off x="1708563" y="3760358"/>
            <a:ext cx="5440775" cy="528650"/>
          </a:xfrm>
          <a:custGeom>
            <a:rect b="b" l="l" r="r" t="t"/>
            <a:pathLst>
              <a:path extrusionOk="0" h="21146" w="217631">
                <a:moveTo>
                  <a:pt x="10662" y="2307"/>
                </a:moveTo>
                <a:cubicBezTo>
                  <a:pt x="11175" y="2410"/>
                  <a:pt x="1" y="0"/>
                  <a:pt x="13737" y="2922"/>
                </a:cubicBezTo>
                <a:cubicBezTo>
                  <a:pt x="27474" y="5844"/>
                  <a:pt x="66377" y="17223"/>
                  <a:pt x="93081" y="19837"/>
                </a:cubicBezTo>
                <a:cubicBezTo>
                  <a:pt x="119785" y="22451"/>
                  <a:pt x="153204" y="20401"/>
                  <a:pt x="173962" y="18607"/>
                </a:cubicBezTo>
                <a:cubicBezTo>
                  <a:pt x="194721" y="16813"/>
                  <a:pt x="210354" y="10662"/>
                  <a:pt x="217632" y="9073"/>
                </a:cubicBezTo>
              </a:path>
            </a:pathLst>
          </a:custGeom>
          <a:noFill/>
          <a:ln cap="flat" cmpd="sng" w="38100">
            <a:solidFill>
              <a:schemeClr val="dk2"/>
            </a:solidFill>
            <a:prstDash val="dot"/>
            <a:round/>
            <a:headEnd len="med" w="med" type="none"/>
            <a:tailEnd len="med" w="med" type="triangle"/>
          </a:ln>
        </p:spPr>
      </p:sp>
      <p:sp>
        <p:nvSpPr>
          <p:cNvPr id="1565" name="Google Shape;1565;p66"/>
          <p:cNvSpPr/>
          <p:nvPr/>
        </p:nvSpPr>
        <p:spPr>
          <a:xfrm>
            <a:off x="4250850" y="3610450"/>
            <a:ext cx="914925" cy="753450"/>
          </a:xfrm>
          <a:custGeom>
            <a:rect b="b" l="l" r="r" t="t"/>
            <a:pathLst>
              <a:path extrusionOk="0" h="30138" w="36597">
                <a:moveTo>
                  <a:pt x="0" y="30138"/>
                </a:moveTo>
                <a:cubicBezTo>
                  <a:pt x="4203" y="28088"/>
                  <a:pt x="19119" y="22860"/>
                  <a:pt x="25218" y="17837"/>
                </a:cubicBezTo>
                <a:cubicBezTo>
                  <a:pt x="31318" y="12814"/>
                  <a:pt x="34701" y="2973"/>
                  <a:pt x="36597" y="0"/>
                </a:cubicBezTo>
              </a:path>
            </a:pathLst>
          </a:custGeom>
          <a:noFill/>
          <a:ln cap="flat" cmpd="sng" w="38100">
            <a:solidFill>
              <a:schemeClr val="dk2"/>
            </a:solidFill>
            <a:prstDash val="solid"/>
            <a:round/>
            <a:headEnd len="med" w="med" type="none"/>
            <a:tailEnd len="med" w="med" type="triangle"/>
          </a:ln>
        </p:spPr>
      </p:sp>
      <p:sp>
        <p:nvSpPr>
          <p:cNvPr id="1566" name="Google Shape;1566;p66"/>
          <p:cNvSpPr/>
          <p:nvPr/>
        </p:nvSpPr>
        <p:spPr>
          <a:xfrm>
            <a:off x="1844400" y="4363900"/>
            <a:ext cx="2683225" cy="567450"/>
          </a:xfrm>
          <a:custGeom>
            <a:rect b="b" l="l" r="r" t="t"/>
            <a:pathLst>
              <a:path extrusionOk="0" h="22698" w="107329">
                <a:moveTo>
                  <a:pt x="107329" y="18145"/>
                </a:moveTo>
                <a:cubicBezTo>
                  <a:pt x="99590" y="18760"/>
                  <a:pt x="78780" y="24859"/>
                  <a:pt x="60892" y="21835"/>
                </a:cubicBezTo>
                <a:cubicBezTo>
                  <a:pt x="43004" y="18811"/>
                  <a:pt x="10149" y="3639"/>
                  <a:pt x="0" y="0"/>
                </a:cubicBezTo>
              </a:path>
            </a:pathLst>
          </a:custGeom>
          <a:noFill/>
          <a:ln cap="flat" cmpd="sng" w="19050">
            <a:solidFill>
              <a:schemeClr val="dk2"/>
            </a:solidFill>
            <a:prstDash val="solid"/>
            <a:round/>
            <a:headEnd len="med" w="med" type="none"/>
            <a:tailEnd len="med" w="med" type="triangle"/>
          </a:ln>
        </p:spPr>
      </p:sp>
      <p:sp>
        <p:nvSpPr>
          <p:cNvPr id="1567" name="Google Shape;1567;p66"/>
          <p:cNvSpPr/>
          <p:nvPr/>
        </p:nvSpPr>
        <p:spPr>
          <a:xfrm>
            <a:off x="3166800" y="2149675"/>
            <a:ext cx="315225" cy="638125"/>
          </a:xfrm>
          <a:custGeom>
            <a:rect b="b" l="l" r="r" t="t"/>
            <a:pathLst>
              <a:path extrusionOk="0" h="25525" w="12609">
                <a:moveTo>
                  <a:pt x="0" y="25525"/>
                </a:moveTo>
                <a:lnTo>
                  <a:pt x="12609" y="0"/>
                </a:lnTo>
              </a:path>
            </a:pathLst>
          </a:custGeom>
          <a:noFill/>
          <a:ln cap="flat" cmpd="sng" w="9525">
            <a:solidFill>
              <a:schemeClr val="dk2"/>
            </a:solidFill>
            <a:prstDash val="solid"/>
            <a:round/>
            <a:headEnd len="med" w="med" type="none"/>
            <a:tailEnd len="med" w="med" type="none"/>
          </a:ln>
        </p:spPr>
      </p:sp>
      <p:sp>
        <p:nvSpPr>
          <p:cNvPr id="1568" name="Google Shape;1568;p66"/>
          <p:cNvSpPr/>
          <p:nvPr/>
        </p:nvSpPr>
        <p:spPr>
          <a:xfrm>
            <a:off x="3855638" y="2203900"/>
            <a:ext cx="315225" cy="638125"/>
          </a:xfrm>
          <a:custGeom>
            <a:rect b="b" l="l" r="r" t="t"/>
            <a:pathLst>
              <a:path extrusionOk="0" h="25525" w="12609">
                <a:moveTo>
                  <a:pt x="0" y="25525"/>
                </a:moveTo>
                <a:lnTo>
                  <a:pt x="12609" y="0"/>
                </a:lnTo>
              </a:path>
            </a:pathLst>
          </a:custGeom>
          <a:noFill/>
          <a:ln cap="flat" cmpd="sng" w="9525">
            <a:solidFill>
              <a:schemeClr val="dk2"/>
            </a:solidFill>
            <a:prstDash val="solid"/>
            <a:round/>
            <a:headEnd len="med" w="med" type="none"/>
            <a:tailEnd len="med" w="med" type="none"/>
          </a:ln>
        </p:spPr>
      </p:sp>
      <p:sp>
        <p:nvSpPr>
          <p:cNvPr id="1569" name="Google Shape;1569;p66"/>
          <p:cNvSpPr/>
          <p:nvPr/>
        </p:nvSpPr>
        <p:spPr>
          <a:xfrm>
            <a:off x="4440688" y="2203900"/>
            <a:ext cx="315225" cy="638125"/>
          </a:xfrm>
          <a:custGeom>
            <a:rect b="b" l="l" r="r" t="t"/>
            <a:pathLst>
              <a:path extrusionOk="0" h="25525" w="12609">
                <a:moveTo>
                  <a:pt x="0" y="25525"/>
                </a:moveTo>
                <a:lnTo>
                  <a:pt x="12609" y="0"/>
                </a:lnTo>
              </a:path>
            </a:pathLst>
          </a:custGeom>
          <a:noFill/>
          <a:ln cap="flat" cmpd="sng" w="9525">
            <a:solidFill>
              <a:schemeClr val="dk2"/>
            </a:solidFill>
            <a:prstDash val="solid"/>
            <a:round/>
            <a:headEnd len="med" w="med" type="none"/>
            <a:tailEnd len="med" w="med" type="none"/>
          </a:ln>
        </p:spPr>
      </p:sp>
      <p:sp>
        <p:nvSpPr>
          <p:cNvPr id="1570" name="Google Shape;1570;p66"/>
          <p:cNvSpPr/>
          <p:nvPr/>
        </p:nvSpPr>
        <p:spPr>
          <a:xfrm>
            <a:off x="5278363" y="2148338"/>
            <a:ext cx="315225" cy="638125"/>
          </a:xfrm>
          <a:custGeom>
            <a:rect b="b" l="l" r="r" t="t"/>
            <a:pathLst>
              <a:path extrusionOk="0" h="25525" w="12609">
                <a:moveTo>
                  <a:pt x="0" y="25525"/>
                </a:moveTo>
                <a:lnTo>
                  <a:pt x="12609" y="0"/>
                </a:lnTo>
              </a:path>
            </a:pathLst>
          </a:custGeom>
          <a:noFill/>
          <a:ln cap="flat" cmpd="sng" w="9525">
            <a:solidFill>
              <a:schemeClr val="dk2"/>
            </a:solidFill>
            <a:prstDash val="solid"/>
            <a:round/>
            <a:headEnd len="med" w="med" type="none"/>
            <a:tailEnd len="med" w="med" type="none"/>
          </a:ln>
        </p:spPr>
      </p:sp>
      <p:sp>
        <p:nvSpPr>
          <p:cNvPr id="1571" name="Google Shape;1571;p66"/>
          <p:cNvSpPr/>
          <p:nvPr/>
        </p:nvSpPr>
        <p:spPr>
          <a:xfrm>
            <a:off x="6062813" y="2149663"/>
            <a:ext cx="315225" cy="638125"/>
          </a:xfrm>
          <a:custGeom>
            <a:rect b="b" l="l" r="r" t="t"/>
            <a:pathLst>
              <a:path extrusionOk="0" h="25525" w="12609">
                <a:moveTo>
                  <a:pt x="0" y="25525"/>
                </a:moveTo>
                <a:lnTo>
                  <a:pt x="12609" y="0"/>
                </a:lnTo>
              </a:path>
            </a:pathLst>
          </a:custGeom>
          <a:noFill/>
          <a:ln cap="flat" cmpd="sng" w="9525">
            <a:solidFill>
              <a:schemeClr val="dk2"/>
            </a:solidFill>
            <a:prstDash val="solid"/>
            <a:round/>
            <a:headEnd len="med" w="med" type="none"/>
            <a:tailEnd len="med" w="med" type="none"/>
          </a:ln>
        </p:spPr>
      </p:sp>
      <p:sp>
        <p:nvSpPr>
          <p:cNvPr id="1572" name="Google Shape;1572;p66"/>
          <p:cNvSpPr/>
          <p:nvPr/>
        </p:nvSpPr>
        <p:spPr>
          <a:xfrm>
            <a:off x="1513800" y="2118900"/>
            <a:ext cx="422850" cy="530500"/>
          </a:xfrm>
          <a:custGeom>
            <a:rect b="b" l="l" r="r" t="t"/>
            <a:pathLst>
              <a:path extrusionOk="0" h="21220" w="16914">
                <a:moveTo>
                  <a:pt x="0" y="21220"/>
                </a:moveTo>
                <a:cubicBezTo>
                  <a:pt x="1589" y="18401"/>
                  <a:pt x="6715" y="7843"/>
                  <a:pt x="9534" y="4306"/>
                </a:cubicBezTo>
                <a:cubicBezTo>
                  <a:pt x="12353" y="769"/>
                  <a:pt x="15684" y="718"/>
                  <a:pt x="16914" y="0"/>
                </a:cubicBezTo>
              </a:path>
            </a:pathLst>
          </a:custGeom>
          <a:noFill/>
          <a:ln cap="flat" cmpd="sng" w="38100">
            <a:solidFill>
              <a:schemeClr val="dk2"/>
            </a:solidFill>
            <a:prstDash val="solid"/>
            <a:round/>
            <a:headEnd len="med" w="med" type="none"/>
            <a:tailEnd len="med" w="med" type="oval"/>
          </a:ln>
        </p:spPr>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76" name="Shape 1576"/>
        <p:cNvGrpSpPr/>
        <p:nvPr/>
      </p:nvGrpSpPr>
      <p:grpSpPr>
        <a:xfrm>
          <a:off x="0" y="0"/>
          <a:ext cx="0" cy="0"/>
          <a:chOff x="0" y="0"/>
          <a:chExt cx="0" cy="0"/>
        </a:xfrm>
      </p:grpSpPr>
      <p:pic>
        <p:nvPicPr>
          <p:cNvPr id="1577" name="Google Shape;1577;p67"/>
          <p:cNvPicPr preferRelativeResize="0"/>
          <p:nvPr/>
        </p:nvPicPr>
        <p:blipFill rotWithShape="1">
          <a:blip r:embed="rId3">
            <a:alphaModFix/>
          </a:blip>
          <a:srcRect b="67519" l="30670" r="30468" t="12480"/>
          <a:stretch/>
        </p:blipFill>
        <p:spPr>
          <a:xfrm>
            <a:off x="7891125" y="4570800"/>
            <a:ext cx="1017727" cy="572700"/>
          </a:xfrm>
          <a:prstGeom prst="rect">
            <a:avLst/>
          </a:prstGeom>
          <a:noFill/>
          <a:ln>
            <a:noFill/>
          </a:ln>
        </p:spPr>
      </p:pic>
      <p:sp>
        <p:nvSpPr>
          <p:cNvPr id="1578" name="Google Shape;1578;p67"/>
          <p:cNvSpPr/>
          <p:nvPr/>
        </p:nvSpPr>
        <p:spPr>
          <a:xfrm>
            <a:off x="4074000" y="22405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9" name="Google Shape;1579;p67"/>
          <p:cNvSpPr/>
          <p:nvPr/>
        </p:nvSpPr>
        <p:spPr>
          <a:xfrm>
            <a:off x="2752775" y="22405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sp>
        <p:nvSpPr>
          <p:cNvPr id="1580" name="Google Shape;1580;p67"/>
          <p:cNvSpPr/>
          <p:nvPr/>
        </p:nvSpPr>
        <p:spPr>
          <a:xfrm>
            <a:off x="5031700" y="22405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1" name="Google Shape;1581;p67"/>
          <p:cNvSpPr/>
          <p:nvPr/>
        </p:nvSpPr>
        <p:spPr>
          <a:xfrm>
            <a:off x="6028800" y="22405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2" name="Google Shape;1582;p67"/>
          <p:cNvSpPr/>
          <p:nvPr/>
        </p:nvSpPr>
        <p:spPr>
          <a:xfrm>
            <a:off x="3783725" y="140880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3" name="Google Shape;1583;p67"/>
          <p:cNvSpPr/>
          <p:nvPr/>
        </p:nvSpPr>
        <p:spPr>
          <a:xfrm>
            <a:off x="5078350" y="140880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4" name="Google Shape;1584;p67"/>
          <p:cNvSpPr/>
          <p:nvPr/>
        </p:nvSpPr>
        <p:spPr>
          <a:xfrm>
            <a:off x="6601250" y="1731725"/>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5" name="Google Shape;1585;p67"/>
          <p:cNvSpPr/>
          <p:nvPr/>
        </p:nvSpPr>
        <p:spPr>
          <a:xfrm>
            <a:off x="7936150" y="1653825"/>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6" name="Google Shape;1586;p67"/>
          <p:cNvSpPr/>
          <p:nvPr/>
        </p:nvSpPr>
        <p:spPr>
          <a:xfrm>
            <a:off x="4232875" y="4001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7" name="Google Shape;1587;p67"/>
          <p:cNvSpPr/>
          <p:nvPr/>
        </p:nvSpPr>
        <p:spPr>
          <a:xfrm>
            <a:off x="2019925" y="1653825"/>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8" name="Google Shape;1588;p67"/>
          <p:cNvSpPr/>
          <p:nvPr/>
        </p:nvSpPr>
        <p:spPr>
          <a:xfrm>
            <a:off x="830900" y="16918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9" name="Google Shape;1589;p67"/>
          <p:cNvSpPr/>
          <p:nvPr/>
        </p:nvSpPr>
        <p:spPr>
          <a:xfrm>
            <a:off x="4289300" y="2859600"/>
            <a:ext cx="315300" cy="3075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4285F4"/>
              </a:highlight>
            </a:endParaRPr>
          </a:p>
        </p:txBody>
      </p:sp>
      <p:sp>
        <p:nvSpPr>
          <p:cNvPr id="1590" name="Google Shape;1590;p67"/>
          <p:cNvSpPr/>
          <p:nvPr/>
        </p:nvSpPr>
        <p:spPr>
          <a:xfrm>
            <a:off x="4763050" y="2859600"/>
            <a:ext cx="315300" cy="3075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4285F4"/>
              </a:highlight>
            </a:endParaRPr>
          </a:p>
        </p:txBody>
      </p:sp>
      <p:sp>
        <p:nvSpPr>
          <p:cNvPr id="1591" name="Google Shape;1591;p67"/>
          <p:cNvSpPr/>
          <p:nvPr/>
        </p:nvSpPr>
        <p:spPr>
          <a:xfrm>
            <a:off x="5236825" y="2898025"/>
            <a:ext cx="315300" cy="3075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4285F4"/>
              </a:highlight>
            </a:endParaRPr>
          </a:p>
        </p:txBody>
      </p:sp>
      <p:sp>
        <p:nvSpPr>
          <p:cNvPr id="1592" name="Google Shape;1592;p67"/>
          <p:cNvSpPr/>
          <p:nvPr/>
        </p:nvSpPr>
        <p:spPr>
          <a:xfrm>
            <a:off x="3815513" y="2859600"/>
            <a:ext cx="315300" cy="3075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4285F4"/>
              </a:highlight>
            </a:endParaRPr>
          </a:p>
        </p:txBody>
      </p:sp>
      <p:sp>
        <p:nvSpPr>
          <p:cNvPr id="1593" name="Google Shape;1593;p67"/>
          <p:cNvSpPr/>
          <p:nvPr/>
        </p:nvSpPr>
        <p:spPr>
          <a:xfrm>
            <a:off x="3341738" y="2859600"/>
            <a:ext cx="315300" cy="3075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4285F4"/>
              </a:highlight>
            </a:endParaRPr>
          </a:p>
        </p:txBody>
      </p:sp>
      <p:sp>
        <p:nvSpPr>
          <p:cNvPr id="1594" name="Google Shape;1594;p67"/>
          <p:cNvSpPr/>
          <p:nvPr/>
        </p:nvSpPr>
        <p:spPr>
          <a:xfrm>
            <a:off x="4354421" y="4297100"/>
            <a:ext cx="104000" cy="307500"/>
          </a:xfrm>
          <a:prstGeom prst="rect">
            <a:avLst/>
          </a:prstGeom>
        </p:spPr>
        <p:txBody>
          <a:bodyPr>
            <a:prstTxWarp prst="textPlain"/>
          </a:bodyPr>
          <a:lstStyle/>
          <a:p>
            <a:pPr lvl="0" algn="ctr"/>
            <a:r>
              <a:rPr b="0" i="0">
                <a:ln>
                  <a:noFill/>
                </a:ln>
                <a:solidFill>
                  <a:schemeClr val="accent1"/>
                </a:solidFill>
                <a:latin typeface="Arial"/>
              </a:rPr>
              <a:t>1</a:t>
            </a:r>
          </a:p>
        </p:txBody>
      </p:sp>
      <p:sp>
        <p:nvSpPr>
          <p:cNvPr id="1595" name="Google Shape;1595;p67"/>
          <p:cNvSpPr/>
          <p:nvPr/>
        </p:nvSpPr>
        <p:spPr>
          <a:xfrm>
            <a:off x="3706104" y="4409376"/>
            <a:ext cx="230925" cy="307500"/>
          </a:xfrm>
          <a:prstGeom prst="rect">
            <a:avLst/>
          </a:prstGeom>
        </p:spPr>
        <p:txBody>
          <a:bodyPr>
            <a:prstTxWarp prst="textPlain"/>
          </a:bodyPr>
          <a:lstStyle/>
          <a:p>
            <a:pPr lvl="0" algn="ctr"/>
            <a:r>
              <a:rPr b="0" i="0">
                <a:ln>
                  <a:noFill/>
                </a:ln>
                <a:solidFill>
                  <a:schemeClr val="accent1"/>
                </a:solidFill>
                <a:latin typeface="Arial"/>
              </a:rPr>
              <a:t>2</a:t>
            </a:r>
          </a:p>
        </p:txBody>
      </p:sp>
      <p:sp>
        <p:nvSpPr>
          <p:cNvPr id="1596" name="Google Shape;1596;p67"/>
          <p:cNvSpPr/>
          <p:nvPr/>
        </p:nvSpPr>
        <p:spPr>
          <a:xfrm>
            <a:off x="5710596" y="2898238"/>
            <a:ext cx="186334" cy="312632"/>
          </a:xfrm>
          <a:prstGeom prst="rect">
            <a:avLst/>
          </a:prstGeom>
        </p:spPr>
        <p:txBody>
          <a:bodyPr>
            <a:prstTxWarp prst="textPlain"/>
          </a:bodyPr>
          <a:lstStyle/>
          <a:p>
            <a:pPr lvl="0" algn="ctr"/>
            <a:r>
              <a:rPr b="0" i="0">
                <a:ln>
                  <a:noFill/>
                </a:ln>
                <a:solidFill>
                  <a:schemeClr val="accent1"/>
                </a:solidFill>
                <a:latin typeface="Arial"/>
              </a:rPr>
              <a:t>6</a:t>
            </a:r>
          </a:p>
        </p:txBody>
      </p:sp>
      <p:sp>
        <p:nvSpPr>
          <p:cNvPr id="1597" name="Google Shape;1597;p67"/>
          <p:cNvSpPr/>
          <p:nvPr/>
        </p:nvSpPr>
        <p:spPr>
          <a:xfrm>
            <a:off x="6139771" y="3356938"/>
            <a:ext cx="195000" cy="306217"/>
          </a:xfrm>
          <a:prstGeom prst="rect">
            <a:avLst/>
          </a:prstGeom>
        </p:spPr>
        <p:txBody>
          <a:bodyPr>
            <a:prstTxWarp prst="textPlain"/>
          </a:bodyPr>
          <a:lstStyle/>
          <a:p>
            <a:pPr lvl="0" algn="ctr"/>
            <a:r>
              <a:rPr b="0" i="0">
                <a:ln>
                  <a:noFill/>
                </a:ln>
                <a:solidFill>
                  <a:schemeClr val="accent1"/>
                </a:solidFill>
                <a:latin typeface="Arial"/>
              </a:rPr>
              <a:t>4</a:t>
            </a:r>
          </a:p>
        </p:txBody>
      </p:sp>
      <p:sp>
        <p:nvSpPr>
          <p:cNvPr id="1598" name="Google Shape;1598;p67"/>
          <p:cNvSpPr/>
          <p:nvPr/>
        </p:nvSpPr>
        <p:spPr>
          <a:xfrm>
            <a:off x="7806771" y="3394013"/>
            <a:ext cx="184758" cy="312632"/>
          </a:xfrm>
          <a:prstGeom prst="rect">
            <a:avLst/>
          </a:prstGeom>
        </p:spPr>
        <p:txBody>
          <a:bodyPr>
            <a:prstTxWarp prst="textPlain"/>
          </a:bodyPr>
          <a:lstStyle/>
          <a:p>
            <a:pPr lvl="0" algn="ctr"/>
            <a:r>
              <a:rPr b="0" i="0">
                <a:ln>
                  <a:noFill/>
                </a:ln>
                <a:solidFill>
                  <a:schemeClr val="accent1"/>
                </a:solidFill>
                <a:latin typeface="Arial"/>
              </a:rPr>
              <a:t>3</a:t>
            </a:r>
          </a:p>
        </p:txBody>
      </p:sp>
      <p:sp>
        <p:nvSpPr>
          <p:cNvPr id="1599" name="Google Shape;1599;p67"/>
          <p:cNvSpPr/>
          <p:nvPr/>
        </p:nvSpPr>
        <p:spPr>
          <a:xfrm>
            <a:off x="1177996" y="3286363"/>
            <a:ext cx="187122" cy="307072"/>
          </a:xfrm>
          <a:prstGeom prst="rect">
            <a:avLst/>
          </a:prstGeom>
        </p:spPr>
        <p:txBody>
          <a:bodyPr>
            <a:prstTxWarp prst="textPlain"/>
          </a:bodyPr>
          <a:lstStyle/>
          <a:p>
            <a:pPr lvl="0" algn="ctr"/>
            <a:r>
              <a:rPr b="0" i="0">
                <a:ln>
                  <a:noFill/>
                </a:ln>
                <a:solidFill>
                  <a:schemeClr val="accent1"/>
                </a:solidFill>
                <a:latin typeface="Arial"/>
              </a:rPr>
              <a:t>5</a:t>
            </a:r>
          </a:p>
        </p:txBody>
      </p:sp>
      <p:sp>
        <p:nvSpPr>
          <p:cNvPr id="1600" name="Google Shape;1600;p67"/>
          <p:cNvSpPr/>
          <p:nvPr/>
        </p:nvSpPr>
        <p:spPr>
          <a:xfrm>
            <a:off x="1498425" y="3495175"/>
            <a:ext cx="2867750" cy="691625"/>
          </a:xfrm>
          <a:custGeom>
            <a:rect b="b" l="l" r="r" t="t"/>
            <a:pathLst>
              <a:path extrusionOk="0" h="27665" w="114710">
                <a:moveTo>
                  <a:pt x="0" y="0"/>
                </a:moveTo>
                <a:cubicBezTo>
                  <a:pt x="16914" y="4203"/>
                  <a:pt x="82368" y="20759"/>
                  <a:pt x="101486" y="25218"/>
                </a:cubicBezTo>
                <a:cubicBezTo>
                  <a:pt x="120604" y="29677"/>
                  <a:pt x="112506" y="26500"/>
                  <a:pt x="114710" y="26756"/>
                </a:cubicBezTo>
              </a:path>
            </a:pathLst>
          </a:custGeom>
          <a:noFill/>
          <a:ln cap="flat" cmpd="sng" w="9525">
            <a:solidFill>
              <a:schemeClr val="dk2"/>
            </a:solidFill>
            <a:prstDash val="dash"/>
            <a:round/>
            <a:headEnd len="med" w="med" type="none"/>
            <a:tailEnd len="med" w="med" type="none"/>
          </a:ln>
        </p:spPr>
      </p:sp>
      <p:cxnSp>
        <p:nvCxnSpPr>
          <p:cNvPr id="1601" name="Google Shape;1601;p67"/>
          <p:cNvCxnSpPr/>
          <p:nvPr/>
        </p:nvCxnSpPr>
        <p:spPr>
          <a:xfrm rot="10800000">
            <a:off x="3066713" y="2774250"/>
            <a:ext cx="389400" cy="99900"/>
          </a:xfrm>
          <a:prstGeom prst="straightConnector1">
            <a:avLst/>
          </a:prstGeom>
          <a:noFill/>
          <a:ln cap="flat" cmpd="sng" w="9525">
            <a:solidFill>
              <a:schemeClr val="dk2"/>
            </a:solidFill>
            <a:prstDash val="solid"/>
            <a:round/>
            <a:headEnd len="med" w="med" type="none"/>
            <a:tailEnd len="med" w="med" type="none"/>
          </a:ln>
        </p:spPr>
      </p:cxnSp>
      <p:cxnSp>
        <p:nvCxnSpPr>
          <p:cNvPr id="1602" name="Google Shape;1602;p67"/>
          <p:cNvCxnSpPr>
            <a:stCxn id="1589" idx="7"/>
            <a:endCxn id="1589" idx="7"/>
          </p:cNvCxnSpPr>
          <p:nvPr/>
        </p:nvCxnSpPr>
        <p:spPr>
          <a:xfrm>
            <a:off x="4558425" y="2904632"/>
            <a:ext cx="0" cy="0"/>
          </a:xfrm>
          <a:prstGeom prst="straightConnector1">
            <a:avLst/>
          </a:prstGeom>
          <a:noFill/>
          <a:ln cap="flat" cmpd="sng" w="9525">
            <a:solidFill>
              <a:schemeClr val="dk2"/>
            </a:solidFill>
            <a:prstDash val="solid"/>
            <a:round/>
            <a:headEnd len="med" w="med" type="none"/>
            <a:tailEnd len="med" w="med" type="none"/>
          </a:ln>
        </p:spPr>
      </p:cxnSp>
      <p:cxnSp>
        <p:nvCxnSpPr>
          <p:cNvPr id="1603" name="Google Shape;1603;p67"/>
          <p:cNvCxnSpPr>
            <a:endCxn id="1578" idx="3"/>
          </p:cNvCxnSpPr>
          <p:nvPr/>
        </p:nvCxnSpPr>
        <p:spPr>
          <a:xfrm rot="10800000">
            <a:off x="4247550" y="2617350"/>
            <a:ext cx="225300" cy="246000"/>
          </a:xfrm>
          <a:prstGeom prst="straightConnector1">
            <a:avLst/>
          </a:prstGeom>
          <a:noFill/>
          <a:ln cap="flat" cmpd="sng" w="9525">
            <a:solidFill>
              <a:schemeClr val="dk2"/>
            </a:solidFill>
            <a:prstDash val="solid"/>
            <a:round/>
            <a:headEnd len="med" w="med" type="none"/>
            <a:tailEnd len="med" w="med" type="none"/>
          </a:ln>
        </p:spPr>
      </p:cxnSp>
      <p:cxnSp>
        <p:nvCxnSpPr>
          <p:cNvPr id="1604" name="Google Shape;1604;p67"/>
          <p:cNvCxnSpPr>
            <a:stCxn id="1590" idx="0"/>
            <a:endCxn id="1580" idx="3"/>
          </p:cNvCxnSpPr>
          <p:nvPr/>
        </p:nvCxnSpPr>
        <p:spPr>
          <a:xfrm flipH="1" rot="10800000">
            <a:off x="4920700" y="2617500"/>
            <a:ext cx="284700" cy="242100"/>
          </a:xfrm>
          <a:prstGeom prst="straightConnector1">
            <a:avLst/>
          </a:prstGeom>
          <a:noFill/>
          <a:ln cap="flat" cmpd="sng" w="9525">
            <a:solidFill>
              <a:schemeClr val="dk2"/>
            </a:solidFill>
            <a:prstDash val="solid"/>
            <a:round/>
            <a:headEnd len="med" w="med" type="none"/>
            <a:tailEnd len="med" w="med" type="none"/>
          </a:ln>
        </p:spPr>
      </p:cxnSp>
      <p:sp>
        <p:nvSpPr>
          <p:cNvPr id="1605" name="Google Shape;1605;p67"/>
          <p:cNvSpPr/>
          <p:nvPr/>
        </p:nvSpPr>
        <p:spPr>
          <a:xfrm>
            <a:off x="3948762" y="3158600"/>
            <a:ext cx="2008900" cy="401400"/>
          </a:xfrm>
          <a:custGeom>
            <a:rect b="b" l="l" r="r" t="t"/>
            <a:pathLst>
              <a:path extrusionOk="0" h="16056" w="80356">
                <a:moveTo>
                  <a:pt x="705" y="0"/>
                </a:moveTo>
                <a:cubicBezTo>
                  <a:pt x="1987" y="2563"/>
                  <a:pt x="-4881" y="13173"/>
                  <a:pt x="8394" y="15377"/>
                </a:cubicBezTo>
                <a:cubicBezTo>
                  <a:pt x="21669" y="17581"/>
                  <a:pt x="68363" y="13583"/>
                  <a:pt x="80357" y="13224"/>
                </a:cubicBezTo>
              </a:path>
            </a:pathLst>
          </a:custGeom>
          <a:noFill/>
          <a:ln cap="flat" cmpd="sng" w="9525">
            <a:solidFill>
              <a:schemeClr val="dk2"/>
            </a:solidFill>
            <a:prstDash val="solid"/>
            <a:round/>
            <a:headEnd len="med" w="med" type="none"/>
            <a:tailEnd len="med" w="med" type="diamond"/>
          </a:ln>
        </p:spPr>
      </p:sp>
      <p:cxnSp>
        <p:nvCxnSpPr>
          <p:cNvPr id="1606" name="Google Shape;1606;p67"/>
          <p:cNvCxnSpPr/>
          <p:nvPr/>
        </p:nvCxnSpPr>
        <p:spPr>
          <a:xfrm rot="10800000">
            <a:off x="5236800" y="2634688"/>
            <a:ext cx="225300" cy="246000"/>
          </a:xfrm>
          <a:prstGeom prst="straightConnector1">
            <a:avLst/>
          </a:prstGeom>
          <a:noFill/>
          <a:ln cap="flat" cmpd="sng" w="9525">
            <a:solidFill>
              <a:schemeClr val="dk2"/>
            </a:solidFill>
            <a:prstDash val="solid"/>
            <a:round/>
            <a:headEnd len="med" w="med" type="none"/>
            <a:tailEnd len="med" w="med" type="none"/>
          </a:ln>
        </p:spPr>
      </p:cxnSp>
      <p:sp>
        <p:nvSpPr>
          <p:cNvPr id="1607" name="Google Shape;1607;p67"/>
          <p:cNvSpPr/>
          <p:nvPr/>
        </p:nvSpPr>
        <p:spPr>
          <a:xfrm>
            <a:off x="5834650" y="2057450"/>
            <a:ext cx="607375" cy="784225"/>
          </a:xfrm>
          <a:custGeom>
            <a:rect b="b" l="l" r="r" t="t"/>
            <a:pathLst>
              <a:path extrusionOk="0" h="31369" w="24295">
                <a:moveTo>
                  <a:pt x="0" y="31369"/>
                </a:moveTo>
                <a:cubicBezTo>
                  <a:pt x="2409" y="27115"/>
                  <a:pt x="10405" y="11071"/>
                  <a:pt x="14454" y="5843"/>
                </a:cubicBezTo>
                <a:cubicBezTo>
                  <a:pt x="18503" y="615"/>
                  <a:pt x="22655" y="974"/>
                  <a:pt x="24295" y="0"/>
                </a:cubicBezTo>
              </a:path>
            </a:pathLst>
          </a:custGeom>
          <a:noFill/>
          <a:ln cap="flat" cmpd="sng" w="9525">
            <a:solidFill>
              <a:schemeClr val="dk2"/>
            </a:solidFill>
            <a:prstDash val="solid"/>
            <a:round/>
            <a:headEnd len="med" w="med" type="none"/>
            <a:tailEnd len="med" w="med" type="diamond"/>
          </a:ln>
        </p:spPr>
      </p:sp>
      <p:sp>
        <p:nvSpPr>
          <p:cNvPr id="1608" name="Google Shape;1608;p67"/>
          <p:cNvSpPr/>
          <p:nvPr/>
        </p:nvSpPr>
        <p:spPr>
          <a:xfrm>
            <a:off x="5434850" y="1911375"/>
            <a:ext cx="768850" cy="1868475"/>
          </a:xfrm>
          <a:custGeom>
            <a:rect b="b" l="l" r="r" t="t"/>
            <a:pathLst>
              <a:path extrusionOk="0" h="74739" w="30754">
                <a:moveTo>
                  <a:pt x="30754" y="70425"/>
                </a:moveTo>
                <a:cubicBezTo>
                  <a:pt x="27269" y="70220"/>
                  <a:pt x="14967" y="80933"/>
                  <a:pt x="9841" y="69195"/>
                </a:cubicBezTo>
                <a:cubicBezTo>
                  <a:pt x="4715" y="57458"/>
                  <a:pt x="1640" y="11533"/>
                  <a:pt x="0" y="0"/>
                </a:cubicBezTo>
              </a:path>
            </a:pathLst>
          </a:custGeom>
          <a:noFill/>
          <a:ln cap="flat" cmpd="sng" w="9525">
            <a:solidFill>
              <a:schemeClr val="dk2"/>
            </a:solidFill>
            <a:prstDash val="solid"/>
            <a:round/>
            <a:headEnd len="med" w="med" type="none"/>
            <a:tailEnd len="med" w="med" type="diamond"/>
          </a:ln>
        </p:spPr>
      </p:sp>
      <p:sp>
        <p:nvSpPr>
          <p:cNvPr id="1609" name="Google Shape;1609;p67"/>
          <p:cNvSpPr/>
          <p:nvPr/>
        </p:nvSpPr>
        <p:spPr>
          <a:xfrm>
            <a:off x="3751100" y="3410600"/>
            <a:ext cx="123025" cy="884175"/>
          </a:xfrm>
          <a:custGeom>
            <a:rect b="b" l="l" r="r" t="t"/>
            <a:pathLst>
              <a:path extrusionOk="0" h="35367" w="4921">
                <a:moveTo>
                  <a:pt x="4921" y="35367"/>
                </a:moveTo>
                <a:cubicBezTo>
                  <a:pt x="4614" y="30498"/>
                  <a:pt x="3896" y="12046"/>
                  <a:pt x="3076" y="6151"/>
                </a:cubicBezTo>
                <a:cubicBezTo>
                  <a:pt x="2256" y="257"/>
                  <a:pt x="513" y="1025"/>
                  <a:pt x="0" y="0"/>
                </a:cubicBezTo>
              </a:path>
            </a:pathLst>
          </a:custGeom>
          <a:noFill/>
          <a:ln cap="flat" cmpd="sng" w="9525">
            <a:solidFill>
              <a:schemeClr val="dk2"/>
            </a:solidFill>
            <a:prstDash val="solid"/>
            <a:round/>
            <a:headEnd len="med" w="med" type="none"/>
            <a:tailEnd len="med" w="med" type="diamond"/>
          </a:ln>
        </p:spPr>
      </p:sp>
      <p:sp>
        <p:nvSpPr>
          <p:cNvPr id="1610" name="Google Shape;1610;p67"/>
          <p:cNvSpPr/>
          <p:nvPr/>
        </p:nvSpPr>
        <p:spPr>
          <a:xfrm>
            <a:off x="4481500" y="2158250"/>
            <a:ext cx="1211400" cy="1998125"/>
          </a:xfrm>
          <a:custGeom>
            <a:rect b="b" l="l" r="r" t="t"/>
            <a:pathLst>
              <a:path extrusionOk="0" h="79925" w="48456">
                <a:moveTo>
                  <a:pt x="0" y="79925"/>
                </a:moveTo>
                <a:cubicBezTo>
                  <a:pt x="7176" y="76855"/>
                  <a:pt x="35008" y="74828"/>
                  <a:pt x="43055" y="61507"/>
                </a:cubicBezTo>
                <a:cubicBezTo>
                  <a:pt x="51102" y="48186"/>
                  <a:pt x="47412" y="10251"/>
                  <a:pt x="48283" y="0"/>
                </a:cubicBezTo>
              </a:path>
            </a:pathLst>
          </a:custGeom>
          <a:noFill/>
          <a:ln cap="flat" cmpd="sng" w="9525">
            <a:solidFill>
              <a:schemeClr val="dk2"/>
            </a:solidFill>
            <a:prstDash val="solid"/>
            <a:round/>
            <a:headEnd len="med" w="med" type="none"/>
            <a:tailEnd len="med" w="med" type="triangle"/>
          </a:ln>
        </p:spPr>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14" name="Shape 1614"/>
        <p:cNvGrpSpPr/>
        <p:nvPr/>
      </p:nvGrpSpPr>
      <p:grpSpPr>
        <a:xfrm>
          <a:off x="0" y="0"/>
          <a:ext cx="0" cy="0"/>
          <a:chOff x="0" y="0"/>
          <a:chExt cx="0" cy="0"/>
        </a:xfrm>
      </p:grpSpPr>
      <p:pic>
        <p:nvPicPr>
          <p:cNvPr id="1615" name="Google Shape;1615;p68"/>
          <p:cNvPicPr preferRelativeResize="0"/>
          <p:nvPr/>
        </p:nvPicPr>
        <p:blipFill rotWithShape="1">
          <a:blip r:embed="rId3">
            <a:alphaModFix/>
          </a:blip>
          <a:srcRect b="67519" l="30670" r="30468" t="12480"/>
          <a:stretch/>
        </p:blipFill>
        <p:spPr>
          <a:xfrm>
            <a:off x="7891125" y="4570800"/>
            <a:ext cx="1017727" cy="572700"/>
          </a:xfrm>
          <a:prstGeom prst="rect">
            <a:avLst/>
          </a:prstGeom>
          <a:noFill/>
          <a:ln>
            <a:noFill/>
          </a:ln>
        </p:spPr>
      </p:pic>
      <p:sp>
        <p:nvSpPr>
          <p:cNvPr id="1616" name="Google Shape;1616;p68"/>
          <p:cNvSpPr/>
          <p:nvPr/>
        </p:nvSpPr>
        <p:spPr>
          <a:xfrm>
            <a:off x="3796625" y="22405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7" name="Google Shape;1617;p68"/>
          <p:cNvSpPr/>
          <p:nvPr/>
        </p:nvSpPr>
        <p:spPr>
          <a:xfrm>
            <a:off x="2939650" y="22405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sp>
        <p:nvSpPr>
          <p:cNvPr id="1618" name="Google Shape;1618;p68"/>
          <p:cNvSpPr/>
          <p:nvPr/>
        </p:nvSpPr>
        <p:spPr>
          <a:xfrm>
            <a:off x="4752300" y="22405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9" name="Google Shape;1619;p68"/>
          <p:cNvSpPr/>
          <p:nvPr/>
        </p:nvSpPr>
        <p:spPr>
          <a:xfrm>
            <a:off x="5620325" y="22405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0" name="Google Shape;1620;p68"/>
          <p:cNvSpPr/>
          <p:nvPr/>
        </p:nvSpPr>
        <p:spPr>
          <a:xfrm rot="-261644">
            <a:off x="4025214" y="1608944"/>
            <a:ext cx="347205" cy="376703"/>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1" name="Google Shape;1621;p68"/>
          <p:cNvSpPr/>
          <p:nvPr/>
        </p:nvSpPr>
        <p:spPr>
          <a:xfrm>
            <a:off x="6016950" y="678200"/>
            <a:ext cx="347100" cy="376800"/>
          </a:xfrm>
          <a:prstGeom prst="triangle">
            <a:avLst>
              <a:gd fmla="val 50000" name="adj"/>
            </a:avLst>
          </a:prstGeom>
          <a:solidFill>
            <a:schemeClr val="lt2"/>
          </a:solid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2" name="Google Shape;1622;p68"/>
          <p:cNvSpPr/>
          <p:nvPr/>
        </p:nvSpPr>
        <p:spPr>
          <a:xfrm>
            <a:off x="6564938" y="199590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3" name="Google Shape;1623;p68"/>
          <p:cNvSpPr/>
          <p:nvPr/>
        </p:nvSpPr>
        <p:spPr>
          <a:xfrm>
            <a:off x="7854975" y="17575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4" name="Google Shape;1624;p68"/>
          <p:cNvSpPr/>
          <p:nvPr/>
        </p:nvSpPr>
        <p:spPr>
          <a:xfrm>
            <a:off x="4997963" y="114260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5" name="Google Shape;1625;p68"/>
          <p:cNvSpPr/>
          <p:nvPr/>
        </p:nvSpPr>
        <p:spPr>
          <a:xfrm>
            <a:off x="2028175" y="175755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6" name="Google Shape;1626;p68"/>
          <p:cNvSpPr/>
          <p:nvPr/>
        </p:nvSpPr>
        <p:spPr>
          <a:xfrm>
            <a:off x="1018013" y="1995900"/>
            <a:ext cx="347100" cy="3768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7" name="Google Shape;1627;p68"/>
          <p:cNvSpPr/>
          <p:nvPr/>
        </p:nvSpPr>
        <p:spPr>
          <a:xfrm>
            <a:off x="4289300" y="2859600"/>
            <a:ext cx="315300" cy="3075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4285F4"/>
              </a:highlight>
            </a:endParaRPr>
          </a:p>
        </p:txBody>
      </p:sp>
      <p:sp>
        <p:nvSpPr>
          <p:cNvPr id="1628" name="Google Shape;1628;p68"/>
          <p:cNvSpPr/>
          <p:nvPr/>
        </p:nvSpPr>
        <p:spPr>
          <a:xfrm>
            <a:off x="4763050" y="2859600"/>
            <a:ext cx="315300" cy="3075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4285F4"/>
              </a:highlight>
            </a:endParaRPr>
          </a:p>
        </p:txBody>
      </p:sp>
      <p:sp>
        <p:nvSpPr>
          <p:cNvPr id="1629" name="Google Shape;1629;p68"/>
          <p:cNvSpPr/>
          <p:nvPr/>
        </p:nvSpPr>
        <p:spPr>
          <a:xfrm>
            <a:off x="5236825" y="2898025"/>
            <a:ext cx="315300" cy="3075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4285F4"/>
              </a:highlight>
            </a:endParaRPr>
          </a:p>
        </p:txBody>
      </p:sp>
      <p:sp>
        <p:nvSpPr>
          <p:cNvPr id="1630" name="Google Shape;1630;p68"/>
          <p:cNvSpPr/>
          <p:nvPr/>
        </p:nvSpPr>
        <p:spPr>
          <a:xfrm>
            <a:off x="3815513" y="2859600"/>
            <a:ext cx="315300" cy="3075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4285F4"/>
              </a:highlight>
            </a:endParaRPr>
          </a:p>
        </p:txBody>
      </p:sp>
      <p:sp>
        <p:nvSpPr>
          <p:cNvPr id="1631" name="Google Shape;1631;p68"/>
          <p:cNvSpPr/>
          <p:nvPr/>
        </p:nvSpPr>
        <p:spPr>
          <a:xfrm>
            <a:off x="3341738" y="2859600"/>
            <a:ext cx="315300" cy="3075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4285F4"/>
              </a:highlight>
            </a:endParaRPr>
          </a:p>
        </p:txBody>
      </p:sp>
      <p:sp>
        <p:nvSpPr>
          <p:cNvPr id="1632" name="Google Shape;1632;p68"/>
          <p:cNvSpPr/>
          <p:nvPr/>
        </p:nvSpPr>
        <p:spPr>
          <a:xfrm>
            <a:off x="4354421" y="4297100"/>
            <a:ext cx="104000" cy="307500"/>
          </a:xfrm>
          <a:prstGeom prst="rect">
            <a:avLst/>
          </a:prstGeom>
        </p:spPr>
        <p:txBody>
          <a:bodyPr>
            <a:prstTxWarp prst="textPlain"/>
          </a:bodyPr>
          <a:lstStyle/>
          <a:p>
            <a:pPr lvl="0" algn="ctr"/>
            <a:r>
              <a:rPr b="0" i="0">
                <a:ln>
                  <a:noFill/>
                </a:ln>
                <a:solidFill>
                  <a:schemeClr val="accent1"/>
                </a:solidFill>
                <a:latin typeface="Arial"/>
              </a:rPr>
              <a:t>1</a:t>
            </a:r>
          </a:p>
        </p:txBody>
      </p:sp>
      <p:sp>
        <p:nvSpPr>
          <p:cNvPr id="1633" name="Google Shape;1633;p68"/>
          <p:cNvSpPr/>
          <p:nvPr/>
        </p:nvSpPr>
        <p:spPr>
          <a:xfrm>
            <a:off x="3950954" y="4412376"/>
            <a:ext cx="230925" cy="307500"/>
          </a:xfrm>
          <a:prstGeom prst="rect">
            <a:avLst/>
          </a:prstGeom>
        </p:spPr>
        <p:txBody>
          <a:bodyPr>
            <a:prstTxWarp prst="textPlain"/>
          </a:bodyPr>
          <a:lstStyle/>
          <a:p>
            <a:pPr lvl="0" algn="ctr"/>
            <a:r>
              <a:rPr b="0" i="0">
                <a:ln>
                  <a:noFill/>
                </a:ln>
                <a:solidFill>
                  <a:schemeClr val="accent1"/>
                </a:solidFill>
                <a:latin typeface="Arial"/>
              </a:rPr>
              <a:t>2</a:t>
            </a:r>
          </a:p>
        </p:txBody>
      </p:sp>
      <p:sp>
        <p:nvSpPr>
          <p:cNvPr id="1634" name="Google Shape;1634;p68"/>
          <p:cNvSpPr/>
          <p:nvPr/>
        </p:nvSpPr>
        <p:spPr>
          <a:xfrm>
            <a:off x="6948346" y="3283575"/>
            <a:ext cx="186334" cy="312632"/>
          </a:xfrm>
          <a:prstGeom prst="rect">
            <a:avLst/>
          </a:prstGeom>
        </p:spPr>
        <p:txBody>
          <a:bodyPr>
            <a:prstTxWarp prst="textPlain"/>
          </a:bodyPr>
          <a:lstStyle/>
          <a:p>
            <a:pPr lvl="0" algn="ctr"/>
            <a:r>
              <a:rPr b="0" i="0">
                <a:ln>
                  <a:noFill/>
                </a:ln>
                <a:solidFill>
                  <a:schemeClr val="accent1"/>
                </a:solidFill>
                <a:latin typeface="Arial"/>
              </a:rPr>
              <a:t>6</a:t>
            </a:r>
          </a:p>
        </p:txBody>
      </p:sp>
      <p:sp>
        <p:nvSpPr>
          <p:cNvPr id="1635" name="Google Shape;1635;p68"/>
          <p:cNvSpPr/>
          <p:nvPr/>
        </p:nvSpPr>
        <p:spPr>
          <a:xfrm>
            <a:off x="5915821" y="3387688"/>
            <a:ext cx="195000" cy="306217"/>
          </a:xfrm>
          <a:prstGeom prst="rect">
            <a:avLst/>
          </a:prstGeom>
        </p:spPr>
        <p:txBody>
          <a:bodyPr>
            <a:prstTxWarp prst="textPlain"/>
          </a:bodyPr>
          <a:lstStyle/>
          <a:p>
            <a:pPr lvl="0" algn="ctr"/>
            <a:r>
              <a:rPr b="0" i="0">
                <a:ln>
                  <a:noFill/>
                </a:ln>
                <a:solidFill>
                  <a:schemeClr val="accent1"/>
                </a:solidFill>
                <a:latin typeface="Arial"/>
              </a:rPr>
              <a:t>4</a:t>
            </a:r>
          </a:p>
        </p:txBody>
      </p:sp>
      <p:sp>
        <p:nvSpPr>
          <p:cNvPr id="1636" name="Google Shape;1636;p68"/>
          <p:cNvSpPr/>
          <p:nvPr/>
        </p:nvSpPr>
        <p:spPr>
          <a:xfrm>
            <a:off x="7936146" y="2748300"/>
            <a:ext cx="184758" cy="312632"/>
          </a:xfrm>
          <a:prstGeom prst="rect">
            <a:avLst/>
          </a:prstGeom>
        </p:spPr>
        <p:txBody>
          <a:bodyPr>
            <a:prstTxWarp prst="textPlain"/>
          </a:bodyPr>
          <a:lstStyle/>
          <a:p>
            <a:pPr lvl="0" algn="ctr"/>
            <a:r>
              <a:rPr b="0" i="0">
                <a:ln>
                  <a:noFill/>
                </a:ln>
                <a:solidFill>
                  <a:schemeClr val="accent1"/>
                </a:solidFill>
                <a:latin typeface="Arial"/>
              </a:rPr>
              <a:t>3</a:t>
            </a:r>
          </a:p>
        </p:txBody>
      </p:sp>
      <p:sp>
        <p:nvSpPr>
          <p:cNvPr id="1637" name="Google Shape;1637;p68"/>
          <p:cNvSpPr/>
          <p:nvPr/>
        </p:nvSpPr>
        <p:spPr>
          <a:xfrm>
            <a:off x="1177996" y="3286363"/>
            <a:ext cx="187122" cy="307072"/>
          </a:xfrm>
          <a:prstGeom prst="rect">
            <a:avLst/>
          </a:prstGeom>
        </p:spPr>
        <p:txBody>
          <a:bodyPr>
            <a:prstTxWarp prst="textPlain"/>
          </a:bodyPr>
          <a:lstStyle/>
          <a:p>
            <a:pPr lvl="0" algn="ctr"/>
            <a:r>
              <a:rPr b="0" i="0">
                <a:ln>
                  <a:noFill/>
                </a:ln>
                <a:solidFill>
                  <a:schemeClr val="accent1"/>
                </a:solidFill>
                <a:latin typeface="Arial"/>
              </a:rPr>
              <a:t>5</a:t>
            </a:r>
          </a:p>
        </p:txBody>
      </p:sp>
      <p:cxnSp>
        <p:nvCxnSpPr>
          <p:cNvPr id="1638" name="Google Shape;1638;p68"/>
          <p:cNvCxnSpPr>
            <a:stCxn id="1627" idx="7"/>
            <a:endCxn id="1627" idx="7"/>
          </p:cNvCxnSpPr>
          <p:nvPr/>
        </p:nvCxnSpPr>
        <p:spPr>
          <a:xfrm>
            <a:off x="4558425" y="2904632"/>
            <a:ext cx="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2" name="Shape 1642"/>
        <p:cNvGrpSpPr/>
        <p:nvPr/>
      </p:nvGrpSpPr>
      <p:grpSpPr>
        <a:xfrm>
          <a:off x="0" y="0"/>
          <a:ext cx="0" cy="0"/>
          <a:chOff x="0" y="0"/>
          <a:chExt cx="0" cy="0"/>
        </a:xfrm>
      </p:grpSpPr>
      <p:cxnSp>
        <p:nvCxnSpPr>
          <p:cNvPr id="1643" name="Google Shape;1643;p69"/>
          <p:cNvCxnSpPr/>
          <p:nvPr/>
        </p:nvCxnSpPr>
        <p:spPr>
          <a:xfrm flipH="1">
            <a:off x="4566050" y="27675"/>
            <a:ext cx="23100" cy="5120400"/>
          </a:xfrm>
          <a:prstGeom prst="straightConnector1">
            <a:avLst/>
          </a:prstGeom>
          <a:noFill/>
          <a:ln cap="flat" cmpd="sng" w="9525">
            <a:solidFill>
              <a:schemeClr val="dk2"/>
            </a:solidFill>
            <a:prstDash val="solid"/>
            <a:round/>
            <a:headEnd len="med" w="med" type="none"/>
            <a:tailEnd len="med" w="med" type="none"/>
          </a:ln>
        </p:spPr>
      </p:cxnSp>
      <p:cxnSp>
        <p:nvCxnSpPr>
          <p:cNvPr id="1644" name="Google Shape;1644;p69"/>
          <p:cNvCxnSpPr/>
          <p:nvPr/>
        </p:nvCxnSpPr>
        <p:spPr>
          <a:xfrm flipH="1" rot="10800000">
            <a:off x="-131500" y="2687750"/>
            <a:ext cx="9426000" cy="7800"/>
          </a:xfrm>
          <a:prstGeom prst="straightConnector1">
            <a:avLst/>
          </a:prstGeom>
          <a:noFill/>
          <a:ln cap="flat" cmpd="sng" w="9525">
            <a:solidFill>
              <a:schemeClr val="dk2"/>
            </a:solidFill>
            <a:prstDash val="solid"/>
            <a:round/>
            <a:headEnd len="med" w="med" type="none"/>
            <a:tailEnd len="med" w="med" type="none"/>
          </a:ln>
        </p:spPr>
      </p:cxnSp>
      <p:sp>
        <p:nvSpPr>
          <p:cNvPr id="1645" name="Google Shape;1645;p69"/>
          <p:cNvSpPr/>
          <p:nvPr/>
        </p:nvSpPr>
        <p:spPr>
          <a:xfrm>
            <a:off x="2121175" y="1403900"/>
            <a:ext cx="177000" cy="161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6" name="Google Shape;1646;p69"/>
          <p:cNvSpPr/>
          <p:nvPr/>
        </p:nvSpPr>
        <p:spPr>
          <a:xfrm>
            <a:off x="1867475" y="1403900"/>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7" name="Google Shape;1647;p69"/>
          <p:cNvSpPr/>
          <p:nvPr/>
        </p:nvSpPr>
        <p:spPr>
          <a:xfrm>
            <a:off x="1613775" y="1403900"/>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8" name="Google Shape;1648;p69"/>
          <p:cNvSpPr/>
          <p:nvPr/>
        </p:nvSpPr>
        <p:spPr>
          <a:xfrm>
            <a:off x="2374875" y="1403900"/>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9" name="Google Shape;1649;p69"/>
          <p:cNvSpPr/>
          <p:nvPr/>
        </p:nvSpPr>
        <p:spPr>
          <a:xfrm>
            <a:off x="2628575" y="1403900"/>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0" name="Google Shape;1650;p69"/>
          <p:cNvSpPr/>
          <p:nvPr/>
        </p:nvSpPr>
        <p:spPr>
          <a:xfrm>
            <a:off x="1406800" y="116057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1" name="Google Shape;1651;p69"/>
          <p:cNvSpPr/>
          <p:nvPr/>
        </p:nvSpPr>
        <p:spPr>
          <a:xfrm>
            <a:off x="1748375" y="115017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2" name="Google Shape;1652;p69"/>
          <p:cNvSpPr/>
          <p:nvPr/>
        </p:nvSpPr>
        <p:spPr>
          <a:xfrm>
            <a:off x="2318963" y="116057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3" name="Google Shape;1653;p69"/>
          <p:cNvSpPr/>
          <p:nvPr/>
        </p:nvSpPr>
        <p:spPr>
          <a:xfrm>
            <a:off x="2889550" y="115017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4" name="Google Shape;1654;p69"/>
          <p:cNvSpPr/>
          <p:nvPr/>
        </p:nvSpPr>
        <p:spPr>
          <a:xfrm>
            <a:off x="1433638" y="81052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5" name="Google Shape;1655;p69"/>
          <p:cNvSpPr/>
          <p:nvPr/>
        </p:nvSpPr>
        <p:spPr>
          <a:xfrm>
            <a:off x="2113138" y="81052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6" name="Google Shape;1656;p69"/>
          <p:cNvSpPr/>
          <p:nvPr/>
        </p:nvSpPr>
        <p:spPr>
          <a:xfrm>
            <a:off x="2711788" y="81052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7" name="Google Shape;1657;p69"/>
          <p:cNvSpPr/>
          <p:nvPr/>
        </p:nvSpPr>
        <p:spPr>
          <a:xfrm>
            <a:off x="3412113" y="97192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8" name="Google Shape;1658;p69"/>
          <p:cNvSpPr/>
          <p:nvPr/>
        </p:nvSpPr>
        <p:spPr>
          <a:xfrm>
            <a:off x="4102913" y="105792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9" name="Google Shape;1659;p69"/>
          <p:cNvSpPr/>
          <p:nvPr/>
        </p:nvSpPr>
        <p:spPr>
          <a:xfrm>
            <a:off x="285038" y="105792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0" name="Google Shape;1660;p69"/>
          <p:cNvSpPr/>
          <p:nvPr/>
        </p:nvSpPr>
        <p:spPr>
          <a:xfrm>
            <a:off x="2121163" y="418450"/>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1" name="Google Shape;1661;p69"/>
          <p:cNvSpPr/>
          <p:nvPr/>
        </p:nvSpPr>
        <p:spPr>
          <a:xfrm>
            <a:off x="1433650" y="1603800"/>
            <a:ext cx="176999" cy="208225"/>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3</a:t>
            </a:r>
          </a:p>
        </p:txBody>
      </p:sp>
      <p:sp>
        <p:nvSpPr>
          <p:cNvPr id="1662" name="Google Shape;1662;p69"/>
          <p:cNvSpPr/>
          <p:nvPr/>
        </p:nvSpPr>
        <p:spPr>
          <a:xfrm>
            <a:off x="3518750" y="1603800"/>
            <a:ext cx="186812" cy="203953"/>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4</a:t>
            </a:r>
          </a:p>
        </p:txBody>
      </p:sp>
      <p:sp>
        <p:nvSpPr>
          <p:cNvPr id="1663" name="Google Shape;1663;p69"/>
          <p:cNvSpPr/>
          <p:nvPr/>
        </p:nvSpPr>
        <p:spPr>
          <a:xfrm>
            <a:off x="4102175" y="1403900"/>
            <a:ext cx="178509" cy="208225"/>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6</a:t>
            </a:r>
          </a:p>
        </p:txBody>
      </p:sp>
      <p:sp>
        <p:nvSpPr>
          <p:cNvPr id="1664" name="Google Shape;1664;p69"/>
          <p:cNvSpPr/>
          <p:nvPr/>
        </p:nvSpPr>
        <p:spPr>
          <a:xfrm>
            <a:off x="284300" y="1403900"/>
            <a:ext cx="179264" cy="204522"/>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5</a:t>
            </a:r>
          </a:p>
        </p:txBody>
      </p:sp>
      <p:sp>
        <p:nvSpPr>
          <p:cNvPr id="1665" name="Google Shape;1665;p69"/>
          <p:cNvSpPr/>
          <p:nvPr/>
        </p:nvSpPr>
        <p:spPr>
          <a:xfrm>
            <a:off x="2121175" y="2063725"/>
            <a:ext cx="99633" cy="204807"/>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1</a:t>
            </a:r>
          </a:p>
        </p:txBody>
      </p:sp>
      <p:sp>
        <p:nvSpPr>
          <p:cNvPr id="1666" name="Google Shape;1666;p69"/>
          <p:cNvSpPr/>
          <p:nvPr/>
        </p:nvSpPr>
        <p:spPr>
          <a:xfrm>
            <a:off x="1851300" y="2069700"/>
            <a:ext cx="178509" cy="204807"/>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2</a:t>
            </a:r>
          </a:p>
        </p:txBody>
      </p:sp>
      <p:sp>
        <p:nvSpPr>
          <p:cNvPr id="1667" name="Google Shape;1667;p69"/>
          <p:cNvSpPr/>
          <p:nvPr/>
        </p:nvSpPr>
        <p:spPr>
          <a:xfrm>
            <a:off x="6711400" y="1403900"/>
            <a:ext cx="177000" cy="161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8" name="Google Shape;1668;p69"/>
          <p:cNvSpPr/>
          <p:nvPr/>
        </p:nvSpPr>
        <p:spPr>
          <a:xfrm>
            <a:off x="6457700" y="1403900"/>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9" name="Google Shape;1669;p69"/>
          <p:cNvSpPr/>
          <p:nvPr/>
        </p:nvSpPr>
        <p:spPr>
          <a:xfrm>
            <a:off x="6204000" y="1403900"/>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0" name="Google Shape;1670;p69"/>
          <p:cNvSpPr/>
          <p:nvPr/>
        </p:nvSpPr>
        <p:spPr>
          <a:xfrm>
            <a:off x="6965100" y="1403900"/>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1" name="Google Shape;1671;p69"/>
          <p:cNvSpPr/>
          <p:nvPr/>
        </p:nvSpPr>
        <p:spPr>
          <a:xfrm>
            <a:off x="7218800" y="1403900"/>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2" name="Google Shape;1672;p69"/>
          <p:cNvSpPr/>
          <p:nvPr/>
        </p:nvSpPr>
        <p:spPr>
          <a:xfrm>
            <a:off x="6031900" y="116057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3" name="Google Shape;1673;p69"/>
          <p:cNvSpPr/>
          <p:nvPr/>
        </p:nvSpPr>
        <p:spPr>
          <a:xfrm>
            <a:off x="6526875" y="116057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4" name="Google Shape;1674;p69"/>
          <p:cNvSpPr/>
          <p:nvPr/>
        </p:nvSpPr>
        <p:spPr>
          <a:xfrm>
            <a:off x="7070050" y="116057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5" name="Google Shape;1675;p69"/>
          <p:cNvSpPr/>
          <p:nvPr/>
        </p:nvSpPr>
        <p:spPr>
          <a:xfrm>
            <a:off x="7545650" y="115017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6" name="Google Shape;1676;p69"/>
          <p:cNvSpPr/>
          <p:nvPr/>
        </p:nvSpPr>
        <p:spPr>
          <a:xfrm>
            <a:off x="6104713" y="81052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7" name="Google Shape;1677;p69"/>
          <p:cNvSpPr/>
          <p:nvPr/>
        </p:nvSpPr>
        <p:spPr>
          <a:xfrm>
            <a:off x="6703363" y="81052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8" name="Google Shape;1678;p69"/>
          <p:cNvSpPr/>
          <p:nvPr/>
        </p:nvSpPr>
        <p:spPr>
          <a:xfrm>
            <a:off x="7302013" y="81052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9" name="Google Shape;1679;p69"/>
          <p:cNvSpPr/>
          <p:nvPr/>
        </p:nvSpPr>
        <p:spPr>
          <a:xfrm>
            <a:off x="8002338" y="97192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0" name="Google Shape;1680;p69"/>
          <p:cNvSpPr/>
          <p:nvPr/>
        </p:nvSpPr>
        <p:spPr>
          <a:xfrm>
            <a:off x="8693138" y="105792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1" name="Google Shape;1681;p69"/>
          <p:cNvSpPr/>
          <p:nvPr/>
        </p:nvSpPr>
        <p:spPr>
          <a:xfrm>
            <a:off x="4875263" y="105792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2" name="Google Shape;1682;p69"/>
          <p:cNvSpPr/>
          <p:nvPr/>
        </p:nvSpPr>
        <p:spPr>
          <a:xfrm>
            <a:off x="6711388" y="418450"/>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3" name="Google Shape;1683;p69"/>
          <p:cNvSpPr/>
          <p:nvPr/>
        </p:nvSpPr>
        <p:spPr>
          <a:xfrm>
            <a:off x="7441475" y="1603800"/>
            <a:ext cx="176999" cy="208225"/>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3</a:t>
            </a:r>
          </a:p>
        </p:txBody>
      </p:sp>
      <p:sp>
        <p:nvSpPr>
          <p:cNvPr id="1684" name="Google Shape;1684;p69"/>
          <p:cNvSpPr/>
          <p:nvPr/>
        </p:nvSpPr>
        <p:spPr>
          <a:xfrm>
            <a:off x="8108975" y="1603800"/>
            <a:ext cx="186812" cy="203953"/>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4</a:t>
            </a:r>
          </a:p>
        </p:txBody>
      </p:sp>
      <p:sp>
        <p:nvSpPr>
          <p:cNvPr id="1685" name="Google Shape;1685;p69"/>
          <p:cNvSpPr/>
          <p:nvPr/>
        </p:nvSpPr>
        <p:spPr>
          <a:xfrm>
            <a:off x="8692400" y="1403900"/>
            <a:ext cx="178509" cy="208225"/>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6</a:t>
            </a:r>
          </a:p>
        </p:txBody>
      </p:sp>
      <p:sp>
        <p:nvSpPr>
          <p:cNvPr id="1686" name="Google Shape;1686;p69"/>
          <p:cNvSpPr/>
          <p:nvPr/>
        </p:nvSpPr>
        <p:spPr>
          <a:xfrm>
            <a:off x="4874525" y="1403900"/>
            <a:ext cx="179264" cy="204522"/>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5</a:t>
            </a:r>
          </a:p>
        </p:txBody>
      </p:sp>
      <p:sp>
        <p:nvSpPr>
          <p:cNvPr id="1687" name="Google Shape;1687;p69"/>
          <p:cNvSpPr/>
          <p:nvPr/>
        </p:nvSpPr>
        <p:spPr>
          <a:xfrm>
            <a:off x="6711400" y="2063725"/>
            <a:ext cx="99633" cy="204807"/>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1</a:t>
            </a:r>
          </a:p>
        </p:txBody>
      </p:sp>
      <p:sp>
        <p:nvSpPr>
          <p:cNvPr id="1688" name="Google Shape;1688;p69"/>
          <p:cNvSpPr/>
          <p:nvPr/>
        </p:nvSpPr>
        <p:spPr>
          <a:xfrm>
            <a:off x="6964350" y="2063725"/>
            <a:ext cx="178509" cy="204807"/>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2</a:t>
            </a:r>
          </a:p>
        </p:txBody>
      </p:sp>
      <p:sp>
        <p:nvSpPr>
          <p:cNvPr id="1689" name="Google Shape;1689;p69"/>
          <p:cNvSpPr/>
          <p:nvPr/>
        </p:nvSpPr>
        <p:spPr>
          <a:xfrm>
            <a:off x="2040338" y="4024250"/>
            <a:ext cx="177000" cy="161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0" name="Google Shape;1690;p69"/>
          <p:cNvSpPr/>
          <p:nvPr/>
        </p:nvSpPr>
        <p:spPr>
          <a:xfrm>
            <a:off x="1786638" y="4024250"/>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1" name="Google Shape;1691;p69"/>
          <p:cNvSpPr/>
          <p:nvPr/>
        </p:nvSpPr>
        <p:spPr>
          <a:xfrm>
            <a:off x="1532938" y="4024250"/>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2" name="Google Shape;1692;p69"/>
          <p:cNvSpPr/>
          <p:nvPr/>
        </p:nvSpPr>
        <p:spPr>
          <a:xfrm>
            <a:off x="2294038" y="4024250"/>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3" name="Google Shape;1693;p69"/>
          <p:cNvSpPr/>
          <p:nvPr/>
        </p:nvSpPr>
        <p:spPr>
          <a:xfrm>
            <a:off x="2547738" y="4024250"/>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4" name="Google Shape;1694;p69"/>
          <p:cNvSpPr/>
          <p:nvPr/>
        </p:nvSpPr>
        <p:spPr>
          <a:xfrm>
            <a:off x="1327875" y="377052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5" name="Google Shape;1695;p69"/>
          <p:cNvSpPr/>
          <p:nvPr/>
        </p:nvSpPr>
        <p:spPr>
          <a:xfrm>
            <a:off x="1882200" y="375767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6" name="Google Shape;1696;p69"/>
          <p:cNvSpPr/>
          <p:nvPr/>
        </p:nvSpPr>
        <p:spPr>
          <a:xfrm>
            <a:off x="2436525" y="376322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7" name="Google Shape;1697;p69"/>
          <p:cNvSpPr/>
          <p:nvPr/>
        </p:nvSpPr>
        <p:spPr>
          <a:xfrm>
            <a:off x="2904350" y="377052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8" name="Google Shape;1698;p69"/>
          <p:cNvSpPr/>
          <p:nvPr/>
        </p:nvSpPr>
        <p:spPr>
          <a:xfrm>
            <a:off x="1150875" y="3492500"/>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9" name="Google Shape;1699;p69"/>
          <p:cNvSpPr/>
          <p:nvPr/>
        </p:nvSpPr>
        <p:spPr>
          <a:xfrm>
            <a:off x="1789900" y="3427763"/>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0" name="Google Shape;1700;p69"/>
          <p:cNvSpPr/>
          <p:nvPr/>
        </p:nvSpPr>
        <p:spPr>
          <a:xfrm>
            <a:off x="2347650" y="3427763"/>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1" name="Google Shape;1701;p69"/>
          <p:cNvSpPr/>
          <p:nvPr/>
        </p:nvSpPr>
        <p:spPr>
          <a:xfrm>
            <a:off x="3331275" y="359227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2" name="Google Shape;1702;p69"/>
          <p:cNvSpPr/>
          <p:nvPr/>
        </p:nvSpPr>
        <p:spPr>
          <a:xfrm>
            <a:off x="4022075" y="367827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3" name="Google Shape;1703;p69"/>
          <p:cNvSpPr/>
          <p:nvPr/>
        </p:nvSpPr>
        <p:spPr>
          <a:xfrm>
            <a:off x="204200" y="367827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4" name="Google Shape;1704;p69"/>
          <p:cNvSpPr/>
          <p:nvPr/>
        </p:nvSpPr>
        <p:spPr>
          <a:xfrm>
            <a:off x="2040325" y="3038800"/>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5" name="Google Shape;1705;p69"/>
          <p:cNvSpPr/>
          <p:nvPr/>
        </p:nvSpPr>
        <p:spPr>
          <a:xfrm>
            <a:off x="1355962" y="4222013"/>
            <a:ext cx="176999" cy="208225"/>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3</a:t>
            </a:r>
          </a:p>
        </p:txBody>
      </p:sp>
      <p:sp>
        <p:nvSpPr>
          <p:cNvPr id="1706" name="Google Shape;1706;p69"/>
          <p:cNvSpPr/>
          <p:nvPr/>
        </p:nvSpPr>
        <p:spPr>
          <a:xfrm>
            <a:off x="3437912" y="4224150"/>
            <a:ext cx="186812" cy="203953"/>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4</a:t>
            </a:r>
          </a:p>
        </p:txBody>
      </p:sp>
      <p:sp>
        <p:nvSpPr>
          <p:cNvPr id="1707" name="Google Shape;1707;p69"/>
          <p:cNvSpPr/>
          <p:nvPr/>
        </p:nvSpPr>
        <p:spPr>
          <a:xfrm>
            <a:off x="4021337" y="4024250"/>
            <a:ext cx="178509" cy="208225"/>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6</a:t>
            </a:r>
          </a:p>
        </p:txBody>
      </p:sp>
      <p:sp>
        <p:nvSpPr>
          <p:cNvPr id="1708" name="Google Shape;1708;p69"/>
          <p:cNvSpPr/>
          <p:nvPr/>
        </p:nvSpPr>
        <p:spPr>
          <a:xfrm>
            <a:off x="203462" y="4024250"/>
            <a:ext cx="179264" cy="204522"/>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5</a:t>
            </a:r>
          </a:p>
        </p:txBody>
      </p:sp>
      <p:sp>
        <p:nvSpPr>
          <p:cNvPr id="1709" name="Google Shape;1709;p69"/>
          <p:cNvSpPr/>
          <p:nvPr/>
        </p:nvSpPr>
        <p:spPr>
          <a:xfrm>
            <a:off x="2085637" y="4684075"/>
            <a:ext cx="99633" cy="204807"/>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1</a:t>
            </a:r>
          </a:p>
        </p:txBody>
      </p:sp>
      <p:sp>
        <p:nvSpPr>
          <p:cNvPr id="1710" name="Google Shape;1710;p69"/>
          <p:cNvSpPr/>
          <p:nvPr/>
        </p:nvSpPr>
        <p:spPr>
          <a:xfrm>
            <a:off x="2293300" y="4684075"/>
            <a:ext cx="178509" cy="204807"/>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2</a:t>
            </a:r>
          </a:p>
        </p:txBody>
      </p:sp>
      <p:sp>
        <p:nvSpPr>
          <p:cNvPr id="1711" name="Google Shape;1711;p69"/>
          <p:cNvSpPr/>
          <p:nvPr/>
        </p:nvSpPr>
        <p:spPr>
          <a:xfrm>
            <a:off x="6638588" y="4061325"/>
            <a:ext cx="177000" cy="161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2" name="Google Shape;1712;p69"/>
          <p:cNvSpPr/>
          <p:nvPr/>
        </p:nvSpPr>
        <p:spPr>
          <a:xfrm>
            <a:off x="6384888" y="4061325"/>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3" name="Google Shape;1713;p69"/>
          <p:cNvSpPr/>
          <p:nvPr/>
        </p:nvSpPr>
        <p:spPr>
          <a:xfrm>
            <a:off x="6131188" y="4061325"/>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4" name="Google Shape;1714;p69"/>
          <p:cNvSpPr/>
          <p:nvPr/>
        </p:nvSpPr>
        <p:spPr>
          <a:xfrm>
            <a:off x="6892288" y="4061325"/>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5" name="Google Shape;1715;p69"/>
          <p:cNvSpPr/>
          <p:nvPr/>
        </p:nvSpPr>
        <p:spPr>
          <a:xfrm>
            <a:off x="7145988" y="4061325"/>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6" name="Google Shape;1716;p69"/>
          <p:cNvSpPr/>
          <p:nvPr/>
        </p:nvSpPr>
        <p:spPr>
          <a:xfrm>
            <a:off x="5762325" y="3807600"/>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7" name="Google Shape;1717;p69"/>
          <p:cNvSpPr/>
          <p:nvPr/>
        </p:nvSpPr>
        <p:spPr>
          <a:xfrm>
            <a:off x="6260388" y="3818000"/>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8" name="Google Shape;1718;p69"/>
          <p:cNvSpPr/>
          <p:nvPr/>
        </p:nvSpPr>
        <p:spPr>
          <a:xfrm>
            <a:off x="6833100" y="3818000"/>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9" name="Google Shape;1719;p69"/>
          <p:cNvSpPr/>
          <p:nvPr/>
        </p:nvSpPr>
        <p:spPr>
          <a:xfrm>
            <a:off x="7323000" y="3818000"/>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0" name="Google Shape;1720;p69"/>
          <p:cNvSpPr/>
          <p:nvPr/>
        </p:nvSpPr>
        <p:spPr>
          <a:xfrm>
            <a:off x="6031900" y="3467950"/>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1" name="Google Shape;1721;p69"/>
          <p:cNvSpPr/>
          <p:nvPr/>
        </p:nvSpPr>
        <p:spPr>
          <a:xfrm>
            <a:off x="6630550" y="3467950"/>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2" name="Google Shape;1722;p69"/>
          <p:cNvSpPr/>
          <p:nvPr/>
        </p:nvSpPr>
        <p:spPr>
          <a:xfrm>
            <a:off x="7229200" y="3467950"/>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3" name="Google Shape;1723;p69"/>
          <p:cNvSpPr/>
          <p:nvPr/>
        </p:nvSpPr>
        <p:spPr>
          <a:xfrm>
            <a:off x="7929525" y="3629350"/>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4" name="Google Shape;1724;p69"/>
          <p:cNvSpPr/>
          <p:nvPr/>
        </p:nvSpPr>
        <p:spPr>
          <a:xfrm>
            <a:off x="8620325" y="3715350"/>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5" name="Google Shape;1725;p69"/>
          <p:cNvSpPr/>
          <p:nvPr/>
        </p:nvSpPr>
        <p:spPr>
          <a:xfrm>
            <a:off x="4802450" y="3715350"/>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6" name="Google Shape;1726;p69"/>
          <p:cNvSpPr/>
          <p:nvPr/>
        </p:nvSpPr>
        <p:spPr>
          <a:xfrm>
            <a:off x="6638575" y="307587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7" name="Google Shape;1727;p69"/>
          <p:cNvSpPr/>
          <p:nvPr/>
        </p:nvSpPr>
        <p:spPr>
          <a:xfrm>
            <a:off x="5917400" y="4222013"/>
            <a:ext cx="176999" cy="208225"/>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3</a:t>
            </a:r>
          </a:p>
        </p:txBody>
      </p:sp>
      <p:sp>
        <p:nvSpPr>
          <p:cNvPr id="1728" name="Google Shape;1728;p69"/>
          <p:cNvSpPr/>
          <p:nvPr/>
        </p:nvSpPr>
        <p:spPr>
          <a:xfrm>
            <a:off x="8036162" y="4261225"/>
            <a:ext cx="186812" cy="203953"/>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4</a:t>
            </a:r>
          </a:p>
        </p:txBody>
      </p:sp>
      <p:sp>
        <p:nvSpPr>
          <p:cNvPr id="1729" name="Google Shape;1729;p69"/>
          <p:cNvSpPr/>
          <p:nvPr/>
        </p:nvSpPr>
        <p:spPr>
          <a:xfrm>
            <a:off x="8619587" y="4061325"/>
            <a:ext cx="178509" cy="208225"/>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6</a:t>
            </a:r>
          </a:p>
        </p:txBody>
      </p:sp>
      <p:sp>
        <p:nvSpPr>
          <p:cNvPr id="1730" name="Google Shape;1730;p69"/>
          <p:cNvSpPr/>
          <p:nvPr/>
        </p:nvSpPr>
        <p:spPr>
          <a:xfrm>
            <a:off x="4801712" y="4061325"/>
            <a:ext cx="179264" cy="204522"/>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5</a:t>
            </a:r>
          </a:p>
        </p:txBody>
      </p:sp>
      <p:sp>
        <p:nvSpPr>
          <p:cNvPr id="1731" name="Google Shape;1731;p69"/>
          <p:cNvSpPr/>
          <p:nvPr/>
        </p:nvSpPr>
        <p:spPr>
          <a:xfrm>
            <a:off x="6638587" y="4721150"/>
            <a:ext cx="99633" cy="204807"/>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1</a:t>
            </a:r>
          </a:p>
        </p:txBody>
      </p:sp>
      <p:sp>
        <p:nvSpPr>
          <p:cNvPr id="1732" name="Google Shape;1732;p69"/>
          <p:cNvSpPr/>
          <p:nvPr/>
        </p:nvSpPr>
        <p:spPr>
          <a:xfrm>
            <a:off x="6384150" y="4721150"/>
            <a:ext cx="178509" cy="204807"/>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2</a:t>
            </a:r>
          </a:p>
        </p:txBody>
      </p:sp>
      <p:sp>
        <p:nvSpPr>
          <p:cNvPr id="1733" name="Google Shape;1733;p69"/>
          <p:cNvSpPr txBox="1"/>
          <p:nvPr/>
        </p:nvSpPr>
        <p:spPr>
          <a:xfrm>
            <a:off x="68400" y="43050"/>
            <a:ext cx="3744300" cy="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2"/>
                </a:solidFill>
              </a:rPr>
              <a:t>Trips Flip 3 Over 22 Trap (BASE)</a:t>
            </a:r>
            <a:endParaRPr b="1" sz="1300">
              <a:solidFill>
                <a:schemeClr val="dk2"/>
              </a:solidFill>
            </a:endParaRPr>
          </a:p>
        </p:txBody>
      </p:sp>
      <p:cxnSp>
        <p:nvCxnSpPr>
          <p:cNvPr id="1734" name="Google Shape;1734;p69"/>
          <p:cNvCxnSpPr>
            <a:stCxn id="1646" idx="0"/>
            <a:endCxn id="1651" idx="4"/>
          </p:cNvCxnSpPr>
          <p:nvPr/>
        </p:nvCxnSpPr>
        <p:spPr>
          <a:xfrm rot="10800000">
            <a:off x="1925375" y="1311500"/>
            <a:ext cx="30600" cy="92400"/>
          </a:xfrm>
          <a:prstGeom prst="straightConnector1">
            <a:avLst/>
          </a:prstGeom>
          <a:noFill/>
          <a:ln cap="flat" cmpd="sng" w="9525">
            <a:solidFill>
              <a:schemeClr val="dk2"/>
            </a:solidFill>
            <a:prstDash val="solid"/>
            <a:round/>
            <a:headEnd len="med" w="med" type="none"/>
            <a:tailEnd len="med" w="med" type="none"/>
          </a:ln>
        </p:spPr>
      </p:cxnSp>
      <p:cxnSp>
        <p:nvCxnSpPr>
          <p:cNvPr id="1735" name="Google Shape;1735;p69"/>
          <p:cNvCxnSpPr>
            <a:endCxn id="1650" idx="4"/>
          </p:cNvCxnSpPr>
          <p:nvPr/>
        </p:nvCxnSpPr>
        <p:spPr>
          <a:xfrm rot="10800000">
            <a:off x="1583800" y="1321975"/>
            <a:ext cx="118500" cy="81900"/>
          </a:xfrm>
          <a:prstGeom prst="straightConnector1">
            <a:avLst/>
          </a:prstGeom>
          <a:noFill/>
          <a:ln cap="flat" cmpd="sng" w="9525">
            <a:solidFill>
              <a:schemeClr val="dk2"/>
            </a:solidFill>
            <a:prstDash val="solid"/>
            <a:round/>
            <a:headEnd len="med" w="med" type="none"/>
            <a:tailEnd len="med" w="med" type="none"/>
          </a:ln>
        </p:spPr>
      </p:cxnSp>
      <p:cxnSp>
        <p:nvCxnSpPr>
          <p:cNvPr id="1736" name="Google Shape;1736;p69"/>
          <p:cNvCxnSpPr>
            <a:stCxn id="1645" idx="0"/>
            <a:endCxn id="1652" idx="2"/>
          </p:cNvCxnSpPr>
          <p:nvPr/>
        </p:nvCxnSpPr>
        <p:spPr>
          <a:xfrm flipH="1" rot="10800000">
            <a:off x="2209675" y="1322000"/>
            <a:ext cx="109200" cy="81900"/>
          </a:xfrm>
          <a:prstGeom prst="straightConnector1">
            <a:avLst/>
          </a:prstGeom>
          <a:noFill/>
          <a:ln cap="flat" cmpd="sng" w="9525">
            <a:solidFill>
              <a:schemeClr val="dk2"/>
            </a:solidFill>
            <a:prstDash val="solid"/>
            <a:round/>
            <a:headEnd len="med" w="med" type="none"/>
            <a:tailEnd len="med" w="med" type="none"/>
          </a:ln>
        </p:spPr>
      </p:cxnSp>
      <p:sp>
        <p:nvSpPr>
          <p:cNvPr id="1737" name="Google Shape;1737;p69"/>
          <p:cNvSpPr/>
          <p:nvPr/>
        </p:nvSpPr>
        <p:spPr>
          <a:xfrm>
            <a:off x="2051825" y="1109300"/>
            <a:ext cx="402600" cy="510775"/>
          </a:xfrm>
          <a:custGeom>
            <a:rect b="b" l="l" r="r" t="t"/>
            <a:pathLst>
              <a:path extrusionOk="0" h="20431" w="16104">
                <a:moveTo>
                  <a:pt x="16104" y="18264"/>
                </a:moveTo>
                <a:cubicBezTo>
                  <a:pt x="14566" y="18428"/>
                  <a:pt x="9557" y="22290"/>
                  <a:pt x="6873" y="19246"/>
                </a:cubicBezTo>
                <a:cubicBezTo>
                  <a:pt x="4189" y="16202"/>
                  <a:pt x="1146" y="3208"/>
                  <a:pt x="0" y="0"/>
                </a:cubicBezTo>
              </a:path>
            </a:pathLst>
          </a:custGeom>
          <a:noFill/>
          <a:ln cap="flat" cmpd="sng" w="9525">
            <a:solidFill>
              <a:schemeClr val="dk2"/>
            </a:solidFill>
            <a:prstDash val="solid"/>
            <a:round/>
            <a:headEnd len="med" w="med" type="none"/>
            <a:tailEnd len="med" w="med" type="stealth"/>
          </a:ln>
        </p:spPr>
      </p:sp>
      <p:sp>
        <p:nvSpPr>
          <p:cNvPr id="1738" name="Google Shape;1738;p69"/>
          <p:cNvSpPr/>
          <p:nvPr/>
        </p:nvSpPr>
        <p:spPr>
          <a:xfrm>
            <a:off x="1644300" y="1143650"/>
            <a:ext cx="589175" cy="618900"/>
          </a:xfrm>
          <a:custGeom>
            <a:rect b="b" l="l" r="r" t="t"/>
            <a:pathLst>
              <a:path extrusionOk="0" h="24756" w="23567">
                <a:moveTo>
                  <a:pt x="0" y="23175"/>
                </a:moveTo>
                <a:cubicBezTo>
                  <a:pt x="2750" y="23142"/>
                  <a:pt x="12569" y="26841"/>
                  <a:pt x="16497" y="22978"/>
                </a:cubicBezTo>
                <a:cubicBezTo>
                  <a:pt x="20425" y="19116"/>
                  <a:pt x="22389" y="3830"/>
                  <a:pt x="23567" y="0"/>
                </a:cubicBezTo>
              </a:path>
            </a:pathLst>
          </a:custGeom>
          <a:noFill/>
          <a:ln cap="flat" cmpd="sng" w="9525">
            <a:solidFill>
              <a:schemeClr val="dk2"/>
            </a:solidFill>
            <a:prstDash val="solid"/>
            <a:round/>
            <a:headEnd len="med" w="med" type="none"/>
            <a:tailEnd len="med" w="med" type="stealth"/>
          </a:ln>
        </p:spPr>
      </p:sp>
      <p:cxnSp>
        <p:nvCxnSpPr>
          <p:cNvPr id="1739" name="Google Shape;1739;p69"/>
          <p:cNvCxnSpPr>
            <a:stCxn id="1649" idx="7"/>
            <a:endCxn id="1653" idx="2"/>
          </p:cNvCxnSpPr>
          <p:nvPr/>
        </p:nvCxnSpPr>
        <p:spPr>
          <a:xfrm flipH="1" rot="10800000">
            <a:off x="2779654" y="1311436"/>
            <a:ext cx="109800" cy="116100"/>
          </a:xfrm>
          <a:prstGeom prst="straightConnector1">
            <a:avLst/>
          </a:prstGeom>
          <a:noFill/>
          <a:ln cap="flat" cmpd="sng" w="9525">
            <a:solidFill>
              <a:schemeClr val="dk2"/>
            </a:solidFill>
            <a:prstDash val="solid"/>
            <a:round/>
            <a:headEnd len="med" w="med" type="none"/>
            <a:tailEnd len="med" w="med" type="none"/>
          </a:ln>
        </p:spPr>
      </p:cxnSp>
      <p:cxnSp>
        <p:nvCxnSpPr>
          <p:cNvPr id="1740" name="Google Shape;1740;p69"/>
          <p:cNvCxnSpPr>
            <a:endCxn id="1657" idx="2"/>
          </p:cNvCxnSpPr>
          <p:nvPr/>
        </p:nvCxnSpPr>
        <p:spPr>
          <a:xfrm rot="10800000">
            <a:off x="3412113" y="1133325"/>
            <a:ext cx="127500" cy="452100"/>
          </a:xfrm>
          <a:prstGeom prst="straightConnector1">
            <a:avLst/>
          </a:prstGeom>
          <a:noFill/>
          <a:ln cap="flat" cmpd="sng" w="9525">
            <a:solidFill>
              <a:schemeClr val="dk2"/>
            </a:solidFill>
            <a:prstDash val="solid"/>
            <a:round/>
            <a:headEnd len="med" w="med" type="none"/>
            <a:tailEnd len="med" w="med" type="none"/>
          </a:ln>
        </p:spPr>
      </p:cxnSp>
      <p:cxnSp>
        <p:nvCxnSpPr>
          <p:cNvPr id="1741" name="Google Shape;1741;p69"/>
          <p:cNvCxnSpPr>
            <a:endCxn id="1658" idx="2"/>
          </p:cNvCxnSpPr>
          <p:nvPr/>
        </p:nvCxnSpPr>
        <p:spPr>
          <a:xfrm rot="10800000">
            <a:off x="4102913" y="1219325"/>
            <a:ext cx="79800" cy="159900"/>
          </a:xfrm>
          <a:prstGeom prst="straightConnector1">
            <a:avLst/>
          </a:prstGeom>
          <a:noFill/>
          <a:ln cap="flat" cmpd="sng" w="9525">
            <a:solidFill>
              <a:schemeClr val="dk2"/>
            </a:solidFill>
            <a:prstDash val="solid"/>
            <a:round/>
            <a:headEnd len="med" w="med" type="none"/>
            <a:tailEnd len="med" w="med" type="none"/>
          </a:ln>
        </p:spPr>
      </p:cxnSp>
      <p:cxnSp>
        <p:nvCxnSpPr>
          <p:cNvPr id="1742" name="Google Shape;1742;p69"/>
          <p:cNvCxnSpPr>
            <a:endCxn id="1659" idx="4"/>
          </p:cNvCxnSpPr>
          <p:nvPr/>
        </p:nvCxnSpPr>
        <p:spPr>
          <a:xfrm flipH="1" rot="10800000">
            <a:off x="456038" y="1219325"/>
            <a:ext cx="6000" cy="165000"/>
          </a:xfrm>
          <a:prstGeom prst="straightConnector1">
            <a:avLst/>
          </a:prstGeom>
          <a:noFill/>
          <a:ln cap="flat" cmpd="sng" w="9525">
            <a:solidFill>
              <a:schemeClr val="dk2"/>
            </a:solidFill>
            <a:prstDash val="solid"/>
            <a:round/>
            <a:headEnd len="med" w="med" type="none"/>
            <a:tailEnd len="med" w="med" type="none"/>
          </a:ln>
        </p:spPr>
      </p:cxnSp>
      <p:sp>
        <p:nvSpPr>
          <p:cNvPr id="1743" name="Google Shape;1743;p69"/>
          <p:cNvSpPr/>
          <p:nvPr/>
        </p:nvSpPr>
        <p:spPr>
          <a:xfrm>
            <a:off x="1030575" y="2067250"/>
            <a:ext cx="1124350" cy="307350"/>
          </a:xfrm>
          <a:custGeom>
            <a:rect b="b" l="l" r="r" t="t"/>
            <a:pathLst>
              <a:path extrusionOk="0" h="12294" w="44974">
                <a:moveTo>
                  <a:pt x="44974" y="8641"/>
                </a:moveTo>
                <a:cubicBezTo>
                  <a:pt x="42552" y="9198"/>
                  <a:pt x="37937" y="13420"/>
                  <a:pt x="30441" y="11980"/>
                </a:cubicBezTo>
                <a:cubicBezTo>
                  <a:pt x="22945" y="10540"/>
                  <a:pt x="5074" y="1997"/>
                  <a:pt x="0" y="0"/>
                </a:cubicBezTo>
              </a:path>
            </a:pathLst>
          </a:custGeom>
          <a:noFill/>
          <a:ln cap="flat" cmpd="sng" w="9525">
            <a:solidFill>
              <a:schemeClr val="dk2"/>
            </a:solidFill>
            <a:prstDash val="solid"/>
            <a:round/>
            <a:headEnd len="med" w="med" type="none"/>
            <a:tailEnd len="med" w="med" type="stealth"/>
          </a:ln>
        </p:spPr>
      </p:sp>
      <p:sp>
        <p:nvSpPr>
          <p:cNvPr id="1744" name="Google Shape;1744;p69"/>
          <p:cNvSpPr/>
          <p:nvPr/>
        </p:nvSpPr>
        <p:spPr>
          <a:xfrm>
            <a:off x="1948700" y="1645550"/>
            <a:ext cx="232325" cy="392775"/>
          </a:xfrm>
          <a:custGeom>
            <a:rect b="b" l="l" r="r" t="t"/>
            <a:pathLst>
              <a:path extrusionOk="0" h="15711" w="9293">
                <a:moveTo>
                  <a:pt x="0" y="15711"/>
                </a:moveTo>
                <a:cubicBezTo>
                  <a:pt x="1408" y="14631"/>
                  <a:pt x="6939" y="11849"/>
                  <a:pt x="8445" y="9230"/>
                </a:cubicBezTo>
                <a:cubicBezTo>
                  <a:pt x="9951" y="6612"/>
                  <a:pt x="8936" y="1538"/>
                  <a:pt x="9034" y="0"/>
                </a:cubicBezTo>
              </a:path>
            </a:pathLst>
          </a:custGeom>
          <a:noFill/>
          <a:ln cap="flat" cmpd="sng" w="28575">
            <a:solidFill>
              <a:schemeClr val="dk2"/>
            </a:solidFill>
            <a:prstDash val="solid"/>
            <a:round/>
            <a:headEnd len="med" w="med" type="none"/>
            <a:tailEnd len="med" w="med" type="stealth"/>
          </a:ln>
        </p:spPr>
      </p:sp>
      <p:sp>
        <p:nvSpPr>
          <p:cNvPr id="1745" name="Google Shape;1745;p69"/>
          <p:cNvSpPr txBox="1"/>
          <p:nvPr/>
        </p:nvSpPr>
        <p:spPr>
          <a:xfrm>
            <a:off x="4644525" y="67900"/>
            <a:ext cx="3744300" cy="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2"/>
                </a:solidFill>
              </a:rPr>
              <a:t>Trips 22 Trap (BASE)</a:t>
            </a:r>
            <a:endParaRPr b="1" sz="1300">
              <a:solidFill>
                <a:schemeClr val="dk2"/>
              </a:solidFill>
            </a:endParaRPr>
          </a:p>
        </p:txBody>
      </p:sp>
      <p:cxnSp>
        <p:nvCxnSpPr>
          <p:cNvPr id="1746" name="Google Shape;1746;p69"/>
          <p:cNvCxnSpPr>
            <a:stCxn id="1667" idx="0"/>
            <a:endCxn id="1674" idx="2"/>
          </p:cNvCxnSpPr>
          <p:nvPr/>
        </p:nvCxnSpPr>
        <p:spPr>
          <a:xfrm flipH="1" rot="10800000">
            <a:off x="6799900" y="1322000"/>
            <a:ext cx="270300" cy="81900"/>
          </a:xfrm>
          <a:prstGeom prst="straightConnector1">
            <a:avLst/>
          </a:prstGeom>
          <a:noFill/>
          <a:ln cap="flat" cmpd="sng" w="9525">
            <a:solidFill>
              <a:schemeClr val="dk2"/>
            </a:solidFill>
            <a:prstDash val="solid"/>
            <a:round/>
            <a:headEnd len="med" w="med" type="none"/>
            <a:tailEnd len="med" w="med" type="none"/>
          </a:ln>
        </p:spPr>
      </p:cxnSp>
      <p:cxnSp>
        <p:nvCxnSpPr>
          <p:cNvPr id="1747" name="Google Shape;1747;p69"/>
          <p:cNvCxnSpPr/>
          <p:nvPr/>
        </p:nvCxnSpPr>
        <p:spPr>
          <a:xfrm flipH="1" rot="10800000">
            <a:off x="6612513" y="1333775"/>
            <a:ext cx="69300" cy="81900"/>
          </a:xfrm>
          <a:prstGeom prst="straightConnector1">
            <a:avLst/>
          </a:prstGeom>
          <a:noFill/>
          <a:ln cap="flat" cmpd="sng" w="9525">
            <a:solidFill>
              <a:schemeClr val="dk2"/>
            </a:solidFill>
            <a:prstDash val="solid"/>
            <a:round/>
            <a:headEnd len="med" w="med" type="none"/>
            <a:tailEnd len="med" w="med" type="none"/>
          </a:ln>
        </p:spPr>
      </p:cxnSp>
      <p:cxnSp>
        <p:nvCxnSpPr>
          <p:cNvPr id="1748" name="Google Shape;1748;p69"/>
          <p:cNvCxnSpPr>
            <a:stCxn id="1669" idx="1"/>
            <a:endCxn id="1672" idx="3"/>
          </p:cNvCxnSpPr>
          <p:nvPr/>
        </p:nvCxnSpPr>
        <p:spPr>
          <a:xfrm rot="10800000">
            <a:off x="6120421" y="1321936"/>
            <a:ext cx="109500" cy="105600"/>
          </a:xfrm>
          <a:prstGeom prst="straightConnector1">
            <a:avLst/>
          </a:prstGeom>
          <a:noFill/>
          <a:ln cap="flat" cmpd="sng" w="9525">
            <a:solidFill>
              <a:schemeClr val="dk2"/>
            </a:solidFill>
            <a:prstDash val="solid"/>
            <a:round/>
            <a:headEnd len="med" w="med" type="none"/>
            <a:tailEnd len="med" w="med" type="none"/>
          </a:ln>
        </p:spPr>
      </p:cxnSp>
      <p:cxnSp>
        <p:nvCxnSpPr>
          <p:cNvPr id="1749" name="Google Shape;1749;p69"/>
          <p:cNvCxnSpPr/>
          <p:nvPr/>
        </p:nvCxnSpPr>
        <p:spPr>
          <a:xfrm rot="10800000">
            <a:off x="7982438" y="1123600"/>
            <a:ext cx="127500" cy="452100"/>
          </a:xfrm>
          <a:prstGeom prst="straightConnector1">
            <a:avLst/>
          </a:prstGeom>
          <a:noFill/>
          <a:ln cap="flat" cmpd="sng" w="9525">
            <a:solidFill>
              <a:schemeClr val="dk2"/>
            </a:solidFill>
            <a:prstDash val="solid"/>
            <a:round/>
            <a:headEnd len="med" w="med" type="none"/>
            <a:tailEnd len="med" w="med" type="none"/>
          </a:ln>
        </p:spPr>
      </p:cxnSp>
      <p:cxnSp>
        <p:nvCxnSpPr>
          <p:cNvPr id="1750" name="Google Shape;1750;p69"/>
          <p:cNvCxnSpPr/>
          <p:nvPr/>
        </p:nvCxnSpPr>
        <p:spPr>
          <a:xfrm rot="10800000">
            <a:off x="8673238" y="1209600"/>
            <a:ext cx="79800" cy="159900"/>
          </a:xfrm>
          <a:prstGeom prst="straightConnector1">
            <a:avLst/>
          </a:prstGeom>
          <a:noFill/>
          <a:ln cap="flat" cmpd="sng" w="9525">
            <a:solidFill>
              <a:schemeClr val="dk2"/>
            </a:solidFill>
            <a:prstDash val="solid"/>
            <a:round/>
            <a:headEnd len="med" w="med" type="none"/>
            <a:tailEnd len="med" w="med" type="none"/>
          </a:ln>
        </p:spPr>
      </p:cxnSp>
      <p:cxnSp>
        <p:nvCxnSpPr>
          <p:cNvPr id="1751" name="Google Shape;1751;p69"/>
          <p:cNvCxnSpPr/>
          <p:nvPr/>
        </p:nvCxnSpPr>
        <p:spPr>
          <a:xfrm flipH="1" rot="10800000">
            <a:off x="5026363" y="1209600"/>
            <a:ext cx="6000" cy="165000"/>
          </a:xfrm>
          <a:prstGeom prst="straightConnector1">
            <a:avLst/>
          </a:prstGeom>
          <a:noFill/>
          <a:ln cap="flat" cmpd="sng" w="9525">
            <a:solidFill>
              <a:schemeClr val="dk2"/>
            </a:solidFill>
            <a:prstDash val="solid"/>
            <a:round/>
            <a:headEnd len="med" w="med" type="none"/>
            <a:tailEnd len="med" w="med" type="none"/>
          </a:ln>
        </p:spPr>
      </p:cxnSp>
      <p:cxnSp>
        <p:nvCxnSpPr>
          <p:cNvPr id="1752" name="Google Shape;1752;p69"/>
          <p:cNvCxnSpPr>
            <a:stCxn id="1671" idx="6"/>
            <a:endCxn id="1675" idx="2"/>
          </p:cNvCxnSpPr>
          <p:nvPr/>
        </p:nvCxnSpPr>
        <p:spPr>
          <a:xfrm flipH="1" rot="10800000">
            <a:off x="7395800" y="1311500"/>
            <a:ext cx="150000" cy="173100"/>
          </a:xfrm>
          <a:prstGeom prst="straightConnector1">
            <a:avLst/>
          </a:prstGeom>
          <a:noFill/>
          <a:ln cap="flat" cmpd="sng" w="9525">
            <a:solidFill>
              <a:schemeClr val="dk2"/>
            </a:solidFill>
            <a:prstDash val="solid"/>
            <a:round/>
            <a:headEnd len="med" w="med" type="none"/>
            <a:tailEnd len="med" w="med" type="none"/>
          </a:ln>
        </p:spPr>
      </p:cxnSp>
      <p:sp>
        <p:nvSpPr>
          <p:cNvPr id="1753" name="Google Shape;1753;p69"/>
          <p:cNvSpPr/>
          <p:nvPr/>
        </p:nvSpPr>
        <p:spPr>
          <a:xfrm>
            <a:off x="6701400" y="1092925"/>
            <a:ext cx="353500" cy="519700"/>
          </a:xfrm>
          <a:custGeom>
            <a:rect b="b" l="l" r="r" t="t"/>
            <a:pathLst>
              <a:path extrusionOk="0" h="20788" w="14140">
                <a:moveTo>
                  <a:pt x="14140" y="19050"/>
                </a:moveTo>
                <a:cubicBezTo>
                  <a:pt x="12798" y="19116"/>
                  <a:pt x="8445" y="22618"/>
                  <a:pt x="6088" y="19443"/>
                </a:cubicBezTo>
                <a:cubicBezTo>
                  <a:pt x="3731" y="16268"/>
                  <a:pt x="1015" y="3241"/>
                  <a:pt x="0" y="0"/>
                </a:cubicBezTo>
              </a:path>
            </a:pathLst>
          </a:custGeom>
          <a:noFill/>
          <a:ln cap="flat" cmpd="sng" w="9525">
            <a:solidFill>
              <a:schemeClr val="dk2"/>
            </a:solidFill>
            <a:prstDash val="solid"/>
            <a:round/>
            <a:headEnd len="med" w="med" type="none"/>
            <a:tailEnd len="med" w="med" type="stealth"/>
          </a:ln>
        </p:spPr>
      </p:sp>
      <p:sp>
        <p:nvSpPr>
          <p:cNvPr id="1754" name="Google Shape;1754;p69"/>
          <p:cNvSpPr/>
          <p:nvPr/>
        </p:nvSpPr>
        <p:spPr>
          <a:xfrm>
            <a:off x="6913329" y="1122375"/>
            <a:ext cx="504875" cy="598625"/>
          </a:xfrm>
          <a:custGeom>
            <a:rect b="b" l="l" r="r" t="t"/>
            <a:pathLst>
              <a:path extrusionOk="0" h="23945" w="20195">
                <a:moveTo>
                  <a:pt x="20196" y="23764"/>
                </a:moveTo>
                <a:cubicBezTo>
                  <a:pt x="17119" y="23371"/>
                  <a:pt x="4976" y="25368"/>
                  <a:pt x="1735" y="21407"/>
                </a:cubicBezTo>
                <a:cubicBezTo>
                  <a:pt x="-1505" y="17446"/>
                  <a:pt x="917" y="3568"/>
                  <a:pt x="753" y="0"/>
                </a:cubicBezTo>
              </a:path>
            </a:pathLst>
          </a:custGeom>
          <a:noFill/>
          <a:ln cap="flat" cmpd="sng" w="9525">
            <a:solidFill>
              <a:schemeClr val="dk2"/>
            </a:solidFill>
            <a:prstDash val="solid"/>
            <a:round/>
            <a:headEnd len="med" w="med" type="none"/>
            <a:tailEnd len="med" w="med" type="stealth"/>
          </a:ln>
        </p:spPr>
      </p:sp>
      <p:sp>
        <p:nvSpPr>
          <p:cNvPr id="1755" name="Google Shape;1755;p69"/>
          <p:cNvSpPr/>
          <p:nvPr/>
        </p:nvSpPr>
        <p:spPr>
          <a:xfrm>
            <a:off x="6822699" y="1642825"/>
            <a:ext cx="197825" cy="358400"/>
          </a:xfrm>
          <a:custGeom>
            <a:rect b="b" l="l" r="r" t="t"/>
            <a:pathLst>
              <a:path extrusionOk="0" h="14336" w="7913">
                <a:moveTo>
                  <a:pt x="7913" y="14336"/>
                </a:moveTo>
                <a:cubicBezTo>
                  <a:pt x="7619" y="14140"/>
                  <a:pt x="7357" y="14009"/>
                  <a:pt x="6146" y="13158"/>
                </a:cubicBezTo>
                <a:cubicBezTo>
                  <a:pt x="4935" y="12307"/>
                  <a:pt x="1662" y="11423"/>
                  <a:pt x="647" y="9230"/>
                </a:cubicBezTo>
                <a:cubicBezTo>
                  <a:pt x="-368" y="7037"/>
                  <a:pt x="155" y="1538"/>
                  <a:pt x="57" y="0"/>
                </a:cubicBezTo>
              </a:path>
            </a:pathLst>
          </a:custGeom>
          <a:noFill/>
          <a:ln cap="flat" cmpd="sng" w="28575">
            <a:solidFill>
              <a:schemeClr val="dk2"/>
            </a:solidFill>
            <a:prstDash val="solid"/>
            <a:round/>
            <a:headEnd len="med" w="med" type="none"/>
            <a:tailEnd len="med" w="med" type="stealth"/>
          </a:ln>
        </p:spPr>
      </p:sp>
      <p:sp>
        <p:nvSpPr>
          <p:cNvPr id="1756" name="Google Shape;1756;p69"/>
          <p:cNvSpPr/>
          <p:nvPr/>
        </p:nvSpPr>
        <p:spPr>
          <a:xfrm>
            <a:off x="6814325" y="2158350"/>
            <a:ext cx="1060500" cy="203975"/>
          </a:xfrm>
          <a:custGeom>
            <a:rect b="b" l="l" r="r" t="t"/>
            <a:pathLst>
              <a:path extrusionOk="0" h="8159" w="42420">
                <a:moveTo>
                  <a:pt x="0" y="6481"/>
                </a:moveTo>
                <a:cubicBezTo>
                  <a:pt x="4681" y="6710"/>
                  <a:pt x="21014" y="8936"/>
                  <a:pt x="28084" y="7856"/>
                </a:cubicBezTo>
                <a:cubicBezTo>
                  <a:pt x="35154" y="6776"/>
                  <a:pt x="40031" y="1309"/>
                  <a:pt x="42420" y="0"/>
                </a:cubicBezTo>
              </a:path>
            </a:pathLst>
          </a:custGeom>
          <a:noFill/>
          <a:ln cap="flat" cmpd="sng" w="9525">
            <a:solidFill>
              <a:schemeClr val="dk2"/>
            </a:solidFill>
            <a:prstDash val="solid"/>
            <a:round/>
            <a:headEnd len="med" w="med" type="none"/>
            <a:tailEnd len="med" w="med" type="stealth"/>
          </a:ln>
        </p:spPr>
      </p:sp>
      <p:sp>
        <p:nvSpPr>
          <p:cNvPr id="1757" name="Google Shape;1757;p69"/>
          <p:cNvSpPr txBox="1"/>
          <p:nvPr/>
        </p:nvSpPr>
        <p:spPr>
          <a:xfrm>
            <a:off x="4645300" y="2378175"/>
            <a:ext cx="4147500" cy="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NOTE: Roper check backside A gap on way through hole. </a:t>
            </a:r>
            <a:endParaRPr sz="700">
              <a:solidFill>
                <a:schemeClr val="dk2"/>
              </a:solidFill>
            </a:endParaRPr>
          </a:p>
        </p:txBody>
      </p:sp>
      <p:sp>
        <p:nvSpPr>
          <p:cNvPr id="1758" name="Google Shape;1758;p69"/>
          <p:cNvSpPr txBox="1"/>
          <p:nvPr/>
        </p:nvSpPr>
        <p:spPr>
          <a:xfrm>
            <a:off x="55100" y="2392725"/>
            <a:ext cx="4147500" cy="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NOTE: Bress check backside A gap on way through hole. </a:t>
            </a:r>
            <a:endParaRPr sz="700">
              <a:solidFill>
                <a:schemeClr val="dk2"/>
              </a:solidFill>
            </a:endParaRPr>
          </a:p>
        </p:txBody>
      </p:sp>
      <p:sp>
        <p:nvSpPr>
          <p:cNvPr id="1759" name="Google Shape;1759;p69"/>
          <p:cNvSpPr txBox="1"/>
          <p:nvPr/>
        </p:nvSpPr>
        <p:spPr>
          <a:xfrm>
            <a:off x="29300" y="2715775"/>
            <a:ext cx="4212300" cy="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2"/>
                </a:solidFill>
              </a:rPr>
              <a:t>Trips 3 Over 4 Jet 22 Crunch</a:t>
            </a:r>
            <a:r>
              <a:rPr b="1" lang="en" sz="1300">
                <a:solidFill>
                  <a:schemeClr val="dk2"/>
                </a:solidFill>
              </a:rPr>
              <a:t> (BASE)</a:t>
            </a:r>
            <a:endParaRPr b="1" sz="1300">
              <a:solidFill>
                <a:schemeClr val="dk2"/>
              </a:solidFill>
            </a:endParaRPr>
          </a:p>
        </p:txBody>
      </p:sp>
      <p:sp>
        <p:nvSpPr>
          <p:cNvPr id="1760" name="Google Shape;1760;p69"/>
          <p:cNvSpPr txBox="1"/>
          <p:nvPr/>
        </p:nvSpPr>
        <p:spPr>
          <a:xfrm>
            <a:off x="47050" y="4874375"/>
            <a:ext cx="4147500" cy="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NOTE: Carter pickup backside blitz if he comes.</a:t>
            </a:r>
            <a:endParaRPr sz="700">
              <a:solidFill>
                <a:schemeClr val="dk2"/>
              </a:solidFill>
            </a:endParaRPr>
          </a:p>
        </p:txBody>
      </p:sp>
      <p:cxnSp>
        <p:nvCxnSpPr>
          <p:cNvPr id="1761" name="Google Shape;1761;p69"/>
          <p:cNvCxnSpPr>
            <a:stCxn id="1691" idx="1"/>
            <a:endCxn id="1694" idx="4"/>
          </p:cNvCxnSpPr>
          <p:nvPr/>
        </p:nvCxnSpPr>
        <p:spPr>
          <a:xfrm rot="10800000">
            <a:off x="1504859" y="3931786"/>
            <a:ext cx="54000" cy="116100"/>
          </a:xfrm>
          <a:prstGeom prst="straightConnector1">
            <a:avLst/>
          </a:prstGeom>
          <a:noFill/>
          <a:ln cap="flat" cmpd="sng" w="9525">
            <a:solidFill>
              <a:schemeClr val="dk2"/>
            </a:solidFill>
            <a:prstDash val="solid"/>
            <a:round/>
            <a:headEnd len="med" w="med" type="none"/>
            <a:tailEnd len="med" w="med" type="none"/>
          </a:ln>
        </p:spPr>
      </p:cxnSp>
      <p:cxnSp>
        <p:nvCxnSpPr>
          <p:cNvPr id="1762" name="Google Shape;1762;p69"/>
          <p:cNvCxnSpPr>
            <a:stCxn id="1690" idx="7"/>
            <a:endCxn id="1695" idx="3"/>
          </p:cNvCxnSpPr>
          <p:nvPr/>
        </p:nvCxnSpPr>
        <p:spPr>
          <a:xfrm flipH="1" rot="10800000">
            <a:off x="1937716" y="3919186"/>
            <a:ext cx="33000" cy="128700"/>
          </a:xfrm>
          <a:prstGeom prst="straightConnector1">
            <a:avLst/>
          </a:prstGeom>
          <a:noFill/>
          <a:ln cap="flat" cmpd="sng" w="9525">
            <a:solidFill>
              <a:schemeClr val="dk2"/>
            </a:solidFill>
            <a:prstDash val="solid"/>
            <a:round/>
            <a:headEnd len="med" w="med" type="none"/>
            <a:tailEnd len="med" w="med" type="none"/>
          </a:ln>
        </p:spPr>
      </p:cxnSp>
      <p:cxnSp>
        <p:nvCxnSpPr>
          <p:cNvPr id="1763" name="Google Shape;1763;p69"/>
          <p:cNvCxnSpPr>
            <a:stCxn id="1689" idx="0"/>
            <a:endCxn id="1695" idx="4"/>
          </p:cNvCxnSpPr>
          <p:nvPr/>
        </p:nvCxnSpPr>
        <p:spPr>
          <a:xfrm rot="10800000">
            <a:off x="2059238" y="3918950"/>
            <a:ext cx="69600" cy="105300"/>
          </a:xfrm>
          <a:prstGeom prst="straightConnector1">
            <a:avLst/>
          </a:prstGeom>
          <a:noFill/>
          <a:ln cap="flat" cmpd="sng" w="9525">
            <a:solidFill>
              <a:schemeClr val="dk2"/>
            </a:solidFill>
            <a:prstDash val="solid"/>
            <a:round/>
            <a:headEnd len="med" w="med" type="none"/>
            <a:tailEnd len="med" w="med" type="none"/>
          </a:ln>
        </p:spPr>
      </p:cxnSp>
      <p:cxnSp>
        <p:nvCxnSpPr>
          <p:cNvPr id="1764" name="Google Shape;1764;p69"/>
          <p:cNvCxnSpPr>
            <a:stCxn id="1695" idx="5"/>
            <a:endCxn id="1699" idx="4"/>
          </p:cNvCxnSpPr>
          <p:nvPr/>
        </p:nvCxnSpPr>
        <p:spPr>
          <a:xfrm rot="10800000">
            <a:off x="1966950" y="3589075"/>
            <a:ext cx="48000" cy="249300"/>
          </a:xfrm>
          <a:prstGeom prst="straightConnector1">
            <a:avLst/>
          </a:prstGeom>
          <a:noFill/>
          <a:ln cap="flat" cmpd="sng" w="9525">
            <a:solidFill>
              <a:schemeClr val="dk2"/>
            </a:solidFill>
            <a:prstDash val="solid"/>
            <a:round/>
            <a:headEnd len="med" w="med" type="none"/>
            <a:tailEnd len="med" w="med" type="none"/>
          </a:ln>
        </p:spPr>
      </p:cxnSp>
      <p:sp>
        <p:nvSpPr>
          <p:cNvPr id="1765" name="Google Shape;1765;p69"/>
          <p:cNvSpPr/>
          <p:nvPr/>
        </p:nvSpPr>
        <p:spPr>
          <a:xfrm>
            <a:off x="2258025" y="4342650"/>
            <a:ext cx="1134175" cy="268000"/>
          </a:xfrm>
          <a:custGeom>
            <a:rect b="b" l="l" r="r" t="t"/>
            <a:pathLst>
              <a:path extrusionOk="0" h="10720" w="45367">
                <a:moveTo>
                  <a:pt x="45367" y="0"/>
                </a:moveTo>
                <a:cubicBezTo>
                  <a:pt x="41439" y="1604"/>
                  <a:pt x="29361" y="7856"/>
                  <a:pt x="21800" y="9624"/>
                </a:cubicBezTo>
                <a:cubicBezTo>
                  <a:pt x="14239" y="11392"/>
                  <a:pt x="3633" y="10442"/>
                  <a:pt x="0" y="10606"/>
                </a:cubicBezTo>
              </a:path>
            </a:pathLst>
          </a:custGeom>
          <a:noFill/>
          <a:ln cap="flat" cmpd="sng" w="9525">
            <a:solidFill>
              <a:schemeClr val="dk2"/>
            </a:solidFill>
            <a:prstDash val="dash"/>
            <a:round/>
            <a:headEnd len="med" w="med" type="none"/>
            <a:tailEnd len="med" w="med" type="none"/>
          </a:ln>
        </p:spPr>
      </p:sp>
      <p:sp>
        <p:nvSpPr>
          <p:cNvPr id="1766" name="Google Shape;1766;p69"/>
          <p:cNvSpPr/>
          <p:nvPr/>
        </p:nvSpPr>
        <p:spPr>
          <a:xfrm>
            <a:off x="804725" y="4337750"/>
            <a:ext cx="1486850" cy="283925"/>
          </a:xfrm>
          <a:custGeom>
            <a:rect b="b" l="l" r="r" t="t"/>
            <a:pathLst>
              <a:path extrusionOk="0" h="11357" w="59474">
                <a:moveTo>
                  <a:pt x="56168" y="11194"/>
                </a:moveTo>
                <a:cubicBezTo>
                  <a:pt x="55710" y="11194"/>
                  <a:pt x="59474" y="11358"/>
                  <a:pt x="53419" y="11194"/>
                </a:cubicBezTo>
                <a:cubicBezTo>
                  <a:pt x="47364" y="11030"/>
                  <a:pt x="28739" y="12078"/>
                  <a:pt x="19836" y="10212"/>
                </a:cubicBezTo>
                <a:cubicBezTo>
                  <a:pt x="10933" y="8346"/>
                  <a:pt x="3306" y="1702"/>
                  <a:pt x="0" y="0"/>
                </a:cubicBezTo>
              </a:path>
            </a:pathLst>
          </a:custGeom>
          <a:noFill/>
          <a:ln cap="flat" cmpd="sng" w="9525">
            <a:solidFill>
              <a:schemeClr val="dk2"/>
            </a:solidFill>
            <a:prstDash val="solid"/>
            <a:round/>
            <a:headEnd len="med" w="med" type="none"/>
            <a:tailEnd len="med" w="med" type="stealth"/>
          </a:ln>
        </p:spPr>
      </p:sp>
      <p:cxnSp>
        <p:nvCxnSpPr>
          <p:cNvPr id="1767" name="Google Shape;1767;p69"/>
          <p:cNvCxnSpPr>
            <a:stCxn id="1693" idx="7"/>
            <a:endCxn id="1697" idx="2"/>
          </p:cNvCxnSpPr>
          <p:nvPr/>
        </p:nvCxnSpPr>
        <p:spPr>
          <a:xfrm flipH="1" rot="10800000">
            <a:off x="2698816" y="3931786"/>
            <a:ext cx="205500" cy="116100"/>
          </a:xfrm>
          <a:prstGeom prst="straightConnector1">
            <a:avLst/>
          </a:prstGeom>
          <a:noFill/>
          <a:ln cap="flat" cmpd="sng" w="9525">
            <a:solidFill>
              <a:schemeClr val="dk2"/>
            </a:solidFill>
            <a:prstDash val="solid"/>
            <a:round/>
            <a:headEnd len="med" w="med" type="none"/>
            <a:tailEnd len="med" w="med" type="none"/>
          </a:ln>
        </p:spPr>
      </p:cxnSp>
      <p:sp>
        <p:nvSpPr>
          <p:cNvPr id="1768" name="Google Shape;1768;p69"/>
          <p:cNvSpPr/>
          <p:nvPr/>
        </p:nvSpPr>
        <p:spPr>
          <a:xfrm>
            <a:off x="2267416" y="3625825"/>
            <a:ext cx="123175" cy="402600"/>
          </a:xfrm>
          <a:custGeom>
            <a:rect b="b" l="l" r="r" t="t"/>
            <a:pathLst>
              <a:path extrusionOk="0" h="16104" w="4927">
                <a:moveTo>
                  <a:pt x="4927" y="16104"/>
                </a:moveTo>
                <a:cubicBezTo>
                  <a:pt x="4174" y="15024"/>
                  <a:pt x="1196" y="12307"/>
                  <a:pt x="410" y="9623"/>
                </a:cubicBezTo>
                <a:cubicBezTo>
                  <a:pt x="-376" y="6939"/>
                  <a:pt x="246" y="1604"/>
                  <a:pt x="213" y="0"/>
                </a:cubicBezTo>
              </a:path>
            </a:pathLst>
          </a:custGeom>
          <a:noFill/>
          <a:ln cap="flat" cmpd="sng" w="9525">
            <a:solidFill>
              <a:schemeClr val="dk2"/>
            </a:solidFill>
            <a:prstDash val="solid"/>
            <a:round/>
            <a:headEnd len="med" w="med" type="none"/>
            <a:tailEnd len="med" w="med" type="stealth"/>
          </a:ln>
        </p:spPr>
      </p:sp>
      <p:cxnSp>
        <p:nvCxnSpPr>
          <p:cNvPr id="1769" name="Google Shape;1769;p69"/>
          <p:cNvCxnSpPr>
            <a:stCxn id="1696" idx="3"/>
          </p:cNvCxnSpPr>
          <p:nvPr/>
        </p:nvCxnSpPr>
        <p:spPr>
          <a:xfrm flipH="1">
            <a:off x="2518125" y="3924625"/>
            <a:ext cx="6900" cy="359100"/>
          </a:xfrm>
          <a:prstGeom prst="straightConnector1">
            <a:avLst/>
          </a:prstGeom>
          <a:noFill/>
          <a:ln cap="flat" cmpd="sng" w="9525">
            <a:solidFill>
              <a:schemeClr val="dk2"/>
            </a:solidFill>
            <a:prstDash val="dot"/>
            <a:round/>
            <a:headEnd len="med" w="med" type="none"/>
            <a:tailEnd len="med" w="med" type="none"/>
          </a:ln>
        </p:spPr>
      </p:cxnSp>
      <p:cxnSp>
        <p:nvCxnSpPr>
          <p:cNvPr id="1770" name="Google Shape;1770;p69"/>
          <p:cNvCxnSpPr/>
          <p:nvPr/>
        </p:nvCxnSpPr>
        <p:spPr>
          <a:xfrm>
            <a:off x="1546100" y="4342650"/>
            <a:ext cx="908400" cy="0"/>
          </a:xfrm>
          <a:prstGeom prst="straightConnector1">
            <a:avLst/>
          </a:prstGeom>
          <a:noFill/>
          <a:ln cap="flat" cmpd="sng" w="9525">
            <a:solidFill>
              <a:schemeClr val="dk2"/>
            </a:solidFill>
            <a:prstDash val="solid"/>
            <a:round/>
            <a:headEnd len="med" w="med" type="none"/>
            <a:tailEnd len="med" w="med" type="diamond"/>
          </a:ln>
        </p:spPr>
      </p:cxnSp>
      <p:sp>
        <p:nvSpPr>
          <p:cNvPr id="1771" name="Google Shape;1771;p69"/>
          <p:cNvSpPr/>
          <p:nvPr/>
        </p:nvSpPr>
        <p:spPr>
          <a:xfrm>
            <a:off x="2262335" y="4205175"/>
            <a:ext cx="133150" cy="446800"/>
          </a:xfrm>
          <a:custGeom>
            <a:rect b="b" l="l" r="r" t="t"/>
            <a:pathLst>
              <a:path extrusionOk="0" h="17872" w="5326">
                <a:moveTo>
                  <a:pt x="5327" y="17872"/>
                </a:moveTo>
                <a:cubicBezTo>
                  <a:pt x="4542" y="16366"/>
                  <a:pt x="1498" y="11817"/>
                  <a:pt x="614" y="8838"/>
                </a:cubicBezTo>
                <a:cubicBezTo>
                  <a:pt x="-270" y="5859"/>
                  <a:pt x="123" y="1473"/>
                  <a:pt x="25" y="0"/>
                </a:cubicBezTo>
              </a:path>
            </a:pathLst>
          </a:custGeom>
          <a:noFill/>
          <a:ln cap="flat" cmpd="sng" w="28575">
            <a:solidFill>
              <a:schemeClr val="dk2"/>
            </a:solidFill>
            <a:prstDash val="solid"/>
            <a:round/>
            <a:headEnd len="med" w="med" type="none"/>
            <a:tailEnd len="med" w="med" type="stealth"/>
          </a:ln>
        </p:spPr>
      </p:sp>
      <p:sp>
        <p:nvSpPr>
          <p:cNvPr id="1772" name="Google Shape;1772;p69"/>
          <p:cNvSpPr/>
          <p:nvPr/>
        </p:nvSpPr>
        <p:spPr>
          <a:xfrm>
            <a:off x="2208925" y="4512875"/>
            <a:ext cx="633375" cy="319125"/>
          </a:xfrm>
          <a:custGeom>
            <a:rect b="b" l="l" r="r" t="t"/>
            <a:pathLst>
              <a:path extrusionOk="0" h="12765" w="25335">
                <a:moveTo>
                  <a:pt x="0" y="12765"/>
                </a:moveTo>
                <a:cubicBezTo>
                  <a:pt x="2717" y="12307"/>
                  <a:pt x="12079" y="12144"/>
                  <a:pt x="16301" y="10016"/>
                </a:cubicBezTo>
                <a:cubicBezTo>
                  <a:pt x="20524" y="7889"/>
                  <a:pt x="23829" y="1669"/>
                  <a:pt x="25335" y="0"/>
                </a:cubicBezTo>
              </a:path>
            </a:pathLst>
          </a:custGeom>
          <a:noFill/>
          <a:ln cap="flat" cmpd="sng" w="9525">
            <a:solidFill>
              <a:schemeClr val="dk2"/>
            </a:solidFill>
            <a:prstDash val="solid"/>
            <a:round/>
            <a:headEnd len="med" w="med" type="none"/>
            <a:tailEnd len="med" w="med" type="diamond"/>
          </a:ln>
        </p:spPr>
      </p:sp>
      <p:sp>
        <p:nvSpPr>
          <p:cNvPr id="1773" name="Google Shape;1773;p69"/>
          <p:cNvSpPr/>
          <p:nvPr/>
        </p:nvSpPr>
        <p:spPr>
          <a:xfrm>
            <a:off x="3009225" y="3807500"/>
            <a:ext cx="407525" cy="564625"/>
          </a:xfrm>
          <a:custGeom>
            <a:rect b="b" l="l" r="r" t="t"/>
            <a:pathLst>
              <a:path extrusionOk="0" h="22585" w="16301">
                <a:moveTo>
                  <a:pt x="16301" y="0"/>
                </a:moveTo>
                <a:cubicBezTo>
                  <a:pt x="15614" y="2193"/>
                  <a:pt x="14893" y="9394"/>
                  <a:pt x="12176" y="13158"/>
                </a:cubicBezTo>
                <a:cubicBezTo>
                  <a:pt x="9459" y="16922"/>
                  <a:pt x="2029" y="21014"/>
                  <a:pt x="0" y="22585"/>
                </a:cubicBezTo>
              </a:path>
            </a:pathLst>
          </a:custGeom>
          <a:noFill/>
          <a:ln cap="flat" cmpd="sng" w="9525">
            <a:solidFill>
              <a:schemeClr val="dk2"/>
            </a:solidFill>
            <a:prstDash val="dot"/>
            <a:round/>
            <a:headEnd len="med" w="med" type="none"/>
            <a:tailEnd len="med" w="med" type="stealth"/>
          </a:ln>
        </p:spPr>
      </p:sp>
      <p:sp>
        <p:nvSpPr>
          <p:cNvPr id="1774" name="Google Shape;1774;p69"/>
          <p:cNvSpPr txBox="1"/>
          <p:nvPr/>
        </p:nvSpPr>
        <p:spPr>
          <a:xfrm>
            <a:off x="4655050" y="2747250"/>
            <a:ext cx="4212300" cy="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2"/>
                </a:solidFill>
              </a:rPr>
              <a:t>Trips Flip 3 Over 23 Crunch 76 (BASE)</a:t>
            </a:r>
            <a:endParaRPr b="1" sz="1300">
              <a:solidFill>
                <a:schemeClr val="dk2"/>
              </a:solidFill>
            </a:endParaRPr>
          </a:p>
        </p:txBody>
      </p:sp>
      <p:cxnSp>
        <p:nvCxnSpPr>
          <p:cNvPr id="1775" name="Google Shape;1775;p69"/>
          <p:cNvCxnSpPr/>
          <p:nvPr/>
        </p:nvCxnSpPr>
        <p:spPr>
          <a:xfrm rot="10800000">
            <a:off x="3997638" y="3852000"/>
            <a:ext cx="79800" cy="159900"/>
          </a:xfrm>
          <a:prstGeom prst="straightConnector1">
            <a:avLst/>
          </a:prstGeom>
          <a:noFill/>
          <a:ln cap="flat" cmpd="sng" w="9525">
            <a:solidFill>
              <a:schemeClr val="dk2"/>
            </a:solidFill>
            <a:prstDash val="solid"/>
            <a:round/>
            <a:headEnd len="med" w="med" type="none"/>
            <a:tailEnd len="med" w="med" type="none"/>
          </a:ln>
        </p:spPr>
      </p:cxnSp>
      <p:cxnSp>
        <p:nvCxnSpPr>
          <p:cNvPr id="1776" name="Google Shape;1776;p69"/>
          <p:cNvCxnSpPr/>
          <p:nvPr/>
        </p:nvCxnSpPr>
        <p:spPr>
          <a:xfrm flipH="1" rot="10800000">
            <a:off x="389775" y="3905663"/>
            <a:ext cx="6000" cy="165000"/>
          </a:xfrm>
          <a:prstGeom prst="straightConnector1">
            <a:avLst/>
          </a:prstGeom>
          <a:noFill/>
          <a:ln cap="flat" cmpd="sng" w="9525">
            <a:solidFill>
              <a:schemeClr val="dk2"/>
            </a:solidFill>
            <a:prstDash val="solid"/>
            <a:round/>
            <a:headEnd len="med" w="med" type="none"/>
            <a:tailEnd len="med" w="med" type="none"/>
          </a:ln>
        </p:spPr>
      </p:cxnSp>
      <p:cxnSp>
        <p:nvCxnSpPr>
          <p:cNvPr id="1777" name="Google Shape;1777;p69"/>
          <p:cNvCxnSpPr/>
          <p:nvPr/>
        </p:nvCxnSpPr>
        <p:spPr>
          <a:xfrm rot="10800000">
            <a:off x="7911413" y="3753163"/>
            <a:ext cx="127500" cy="452100"/>
          </a:xfrm>
          <a:prstGeom prst="straightConnector1">
            <a:avLst/>
          </a:prstGeom>
          <a:noFill/>
          <a:ln cap="flat" cmpd="sng" w="9525">
            <a:solidFill>
              <a:schemeClr val="dk2"/>
            </a:solidFill>
            <a:prstDash val="solid"/>
            <a:round/>
            <a:headEnd len="med" w="med" type="none"/>
            <a:tailEnd len="med" w="med" type="none"/>
          </a:ln>
        </p:spPr>
      </p:cxnSp>
      <p:cxnSp>
        <p:nvCxnSpPr>
          <p:cNvPr id="1778" name="Google Shape;1778;p69"/>
          <p:cNvCxnSpPr/>
          <p:nvPr/>
        </p:nvCxnSpPr>
        <p:spPr>
          <a:xfrm rot="10800000">
            <a:off x="8602213" y="3839163"/>
            <a:ext cx="79800" cy="159900"/>
          </a:xfrm>
          <a:prstGeom prst="straightConnector1">
            <a:avLst/>
          </a:prstGeom>
          <a:noFill/>
          <a:ln cap="flat" cmpd="sng" w="9525">
            <a:solidFill>
              <a:schemeClr val="dk2"/>
            </a:solidFill>
            <a:prstDash val="solid"/>
            <a:round/>
            <a:headEnd len="med" w="med" type="none"/>
            <a:tailEnd len="med" w="med" type="none"/>
          </a:ln>
        </p:spPr>
      </p:cxnSp>
      <p:cxnSp>
        <p:nvCxnSpPr>
          <p:cNvPr id="1779" name="Google Shape;1779;p69"/>
          <p:cNvCxnSpPr/>
          <p:nvPr/>
        </p:nvCxnSpPr>
        <p:spPr>
          <a:xfrm flipH="1" rot="10800000">
            <a:off x="4996775" y="3889088"/>
            <a:ext cx="6000" cy="165000"/>
          </a:xfrm>
          <a:prstGeom prst="straightConnector1">
            <a:avLst/>
          </a:prstGeom>
          <a:noFill/>
          <a:ln cap="flat" cmpd="sng" w="9525">
            <a:solidFill>
              <a:schemeClr val="dk2"/>
            </a:solidFill>
            <a:prstDash val="solid"/>
            <a:round/>
            <a:headEnd len="med" w="med" type="none"/>
            <a:tailEnd len="med" w="med" type="none"/>
          </a:ln>
        </p:spPr>
      </p:cxnSp>
      <p:cxnSp>
        <p:nvCxnSpPr>
          <p:cNvPr id="1780" name="Google Shape;1780;p69"/>
          <p:cNvCxnSpPr>
            <a:endCxn id="1719" idx="2"/>
          </p:cNvCxnSpPr>
          <p:nvPr/>
        </p:nvCxnSpPr>
        <p:spPr>
          <a:xfrm flipH="1" rot="10800000">
            <a:off x="7297200" y="3979400"/>
            <a:ext cx="25800" cy="105600"/>
          </a:xfrm>
          <a:prstGeom prst="straightConnector1">
            <a:avLst/>
          </a:prstGeom>
          <a:noFill/>
          <a:ln cap="flat" cmpd="sng" w="9525">
            <a:solidFill>
              <a:schemeClr val="dk2"/>
            </a:solidFill>
            <a:prstDash val="solid"/>
            <a:round/>
            <a:headEnd len="med" w="med" type="none"/>
            <a:tailEnd len="med" w="med" type="none"/>
          </a:ln>
        </p:spPr>
      </p:cxnSp>
      <p:cxnSp>
        <p:nvCxnSpPr>
          <p:cNvPr id="1781" name="Google Shape;1781;p69"/>
          <p:cNvCxnSpPr>
            <a:stCxn id="1711" idx="0"/>
            <a:endCxn id="1718" idx="2"/>
          </p:cNvCxnSpPr>
          <p:nvPr/>
        </p:nvCxnSpPr>
        <p:spPr>
          <a:xfrm flipH="1" rot="10800000">
            <a:off x="6727088" y="3979425"/>
            <a:ext cx="105900" cy="81900"/>
          </a:xfrm>
          <a:prstGeom prst="straightConnector1">
            <a:avLst/>
          </a:prstGeom>
          <a:noFill/>
          <a:ln cap="flat" cmpd="sng" w="9525">
            <a:solidFill>
              <a:schemeClr val="dk2"/>
            </a:solidFill>
            <a:prstDash val="solid"/>
            <a:round/>
            <a:headEnd len="med" w="med" type="none"/>
            <a:tailEnd len="med" w="med" type="none"/>
          </a:ln>
        </p:spPr>
      </p:cxnSp>
      <p:cxnSp>
        <p:nvCxnSpPr>
          <p:cNvPr id="1782" name="Google Shape;1782;p69"/>
          <p:cNvCxnSpPr>
            <a:endCxn id="1721" idx="2"/>
          </p:cNvCxnSpPr>
          <p:nvPr/>
        </p:nvCxnSpPr>
        <p:spPr>
          <a:xfrm flipH="1" rot="10800000">
            <a:off x="6473350" y="3629350"/>
            <a:ext cx="157200" cy="432000"/>
          </a:xfrm>
          <a:prstGeom prst="straightConnector1">
            <a:avLst/>
          </a:prstGeom>
          <a:noFill/>
          <a:ln cap="flat" cmpd="sng" w="9525">
            <a:solidFill>
              <a:schemeClr val="dk2"/>
            </a:solidFill>
            <a:prstDash val="solid"/>
            <a:round/>
            <a:headEnd len="med" w="med" type="none"/>
            <a:tailEnd len="med" w="med" type="stealth"/>
          </a:ln>
        </p:spPr>
      </p:cxnSp>
      <p:cxnSp>
        <p:nvCxnSpPr>
          <p:cNvPr id="1783" name="Google Shape;1783;p69"/>
          <p:cNvCxnSpPr>
            <a:endCxn id="1720" idx="4"/>
          </p:cNvCxnSpPr>
          <p:nvPr/>
        </p:nvCxnSpPr>
        <p:spPr>
          <a:xfrm rot="10800000">
            <a:off x="6208900" y="3629350"/>
            <a:ext cx="10800" cy="432000"/>
          </a:xfrm>
          <a:prstGeom prst="straightConnector1">
            <a:avLst/>
          </a:prstGeom>
          <a:noFill/>
          <a:ln cap="flat" cmpd="sng" w="9525">
            <a:solidFill>
              <a:schemeClr val="dk2"/>
            </a:solidFill>
            <a:prstDash val="solid"/>
            <a:round/>
            <a:headEnd len="med" w="med" type="none"/>
            <a:tailEnd len="med" w="med" type="stealth"/>
          </a:ln>
        </p:spPr>
      </p:cxnSp>
      <p:cxnSp>
        <p:nvCxnSpPr>
          <p:cNvPr id="1784" name="Google Shape;1784;p69"/>
          <p:cNvCxnSpPr>
            <a:endCxn id="1716" idx="4"/>
          </p:cNvCxnSpPr>
          <p:nvPr/>
        </p:nvCxnSpPr>
        <p:spPr>
          <a:xfrm rot="10800000">
            <a:off x="5939325" y="3969000"/>
            <a:ext cx="88500" cy="236700"/>
          </a:xfrm>
          <a:prstGeom prst="straightConnector1">
            <a:avLst/>
          </a:prstGeom>
          <a:noFill/>
          <a:ln cap="flat" cmpd="sng" w="9525">
            <a:solidFill>
              <a:schemeClr val="dk2"/>
            </a:solidFill>
            <a:prstDash val="solid"/>
            <a:round/>
            <a:headEnd len="med" w="med" type="none"/>
            <a:tailEnd len="med" w="med" type="none"/>
          </a:ln>
        </p:spPr>
      </p:cxnSp>
      <p:sp>
        <p:nvSpPr>
          <p:cNvPr id="1785" name="Google Shape;1785;p69"/>
          <p:cNvSpPr/>
          <p:nvPr/>
        </p:nvSpPr>
        <p:spPr>
          <a:xfrm>
            <a:off x="6445600" y="4236350"/>
            <a:ext cx="546900" cy="134275"/>
          </a:xfrm>
          <a:custGeom>
            <a:rect b="b" l="l" r="r" t="t"/>
            <a:pathLst>
              <a:path extrusionOk="0" h="5371" w="21876">
                <a:moveTo>
                  <a:pt x="21876" y="0"/>
                </a:moveTo>
                <a:cubicBezTo>
                  <a:pt x="21057" y="819"/>
                  <a:pt x="20606" y="4056"/>
                  <a:pt x="16960" y="4916"/>
                </a:cubicBezTo>
                <a:cubicBezTo>
                  <a:pt x="13314" y="5776"/>
                  <a:pt x="2827" y="5121"/>
                  <a:pt x="0" y="5162"/>
                </a:cubicBezTo>
              </a:path>
            </a:pathLst>
          </a:custGeom>
          <a:noFill/>
          <a:ln cap="flat" cmpd="sng" w="9525">
            <a:solidFill>
              <a:schemeClr val="dk2"/>
            </a:solidFill>
            <a:prstDash val="solid"/>
            <a:round/>
            <a:headEnd len="med" w="med" type="none"/>
            <a:tailEnd len="med" w="med" type="diamond"/>
          </a:ln>
        </p:spPr>
      </p:sp>
      <p:cxnSp>
        <p:nvCxnSpPr>
          <p:cNvPr id="1786" name="Google Shape;1786;p69"/>
          <p:cNvCxnSpPr/>
          <p:nvPr/>
        </p:nvCxnSpPr>
        <p:spPr>
          <a:xfrm flipH="1">
            <a:off x="6343100" y="3985888"/>
            <a:ext cx="6900" cy="359100"/>
          </a:xfrm>
          <a:prstGeom prst="straightConnector1">
            <a:avLst/>
          </a:prstGeom>
          <a:noFill/>
          <a:ln cap="flat" cmpd="sng" w="9525">
            <a:solidFill>
              <a:schemeClr val="dk2"/>
            </a:solidFill>
            <a:prstDash val="dot"/>
            <a:round/>
            <a:headEnd len="med" w="med" type="none"/>
            <a:tailEnd len="med" w="med" type="none"/>
          </a:ln>
        </p:spPr>
      </p:cxnSp>
      <p:sp>
        <p:nvSpPr>
          <p:cNvPr id="1787" name="Google Shape;1787;p69"/>
          <p:cNvSpPr/>
          <p:nvPr/>
        </p:nvSpPr>
        <p:spPr>
          <a:xfrm>
            <a:off x="6519325" y="4279350"/>
            <a:ext cx="254750" cy="399450"/>
          </a:xfrm>
          <a:custGeom>
            <a:rect b="b" l="l" r="r" t="t"/>
            <a:pathLst>
              <a:path extrusionOk="0" h="15978" w="10190">
                <a:moveTo>
                  <a:pt x="0" y="15978"/>
                </a:moveTo>
                <a:cubicBezTo>
                  <a:pt x="1680" y="14749"/>
                  <a:pt x="9259" y="11267"/>
                  <a:pt x="10078" y="8604"/>
                </a:cubicBezTo>
                <a:cubicBezTo>
                  <a:pt x="10897" y="5941"/>
                  <a:pt x="5776" y="1434"/>
                  <a:pt x="4916" y="0"/>
                </a:cubicBezTo>
              </a:path>
            </a:pathLst>
          </a:custGeom>
          <a:noFill/>
          <a:ln cap="flat" cmpd="sng" w="28575">
            <a:solidFill>
              <a:schemeClr val="dk2"/>
            </a:solidFill>
            <a:prstDash val="solid"/>
            <a:round/>
            <a:headEnd len="med" w="med" type="none"/>
            <a:tailEnd len="med" w="med" type="stealth"/>
          </a:ln>
        </p:spPr>
      </p:sp>
      <p:sp>
        <p:nvSpPr>
          <p:cNvPr id="1788" name="Google Shape;1788;p69"/>
          <p:cNvSpPr/>
          <p:nvPr/>
        </p:nvSpPr>
        <p:spPr>
          <a:xfrm>
            <a:off x="6759725" y="4627575"/>
            <a:ext cx="903350" cy="264425"/>
          </a:xfrm>
          <a:custGeom>
            <a:rect b="b" l="l" r="r" t="t"/>
            <a:pathLst>
              <a:path extrusionOk="0" h="10577" w="36134">
                <a:moveTo>
                  <a:pt x="0" y="10324"/>
                </a:moveTo>
                <a:cubicBezTo>
                  <a:pt x="4097" y="10201"/>
                  <a:pt x="18559" y="11307"/>
                  <a:pt x="24581" y="9586"/>
                </a:cubicBezTo>
                <a:cubicBezTo>
                  <a:pt x="30603" y="7865"/>
                  <a:pt x="34209" y="1598"/>
                  <a:pt x="36134" y="0"/>
                </a:cubicBezTo>
              </a:path>
            </a:pathLst>
          </a:custGeom>
          <a:noFill/>
          <a:ln cap="flat" cmpd="sng" w="9525">
            <a:solidFill>
              <a:schemeClr val="dk2"/>
            </a:solidFill>
            <a:prstDash val="solid"/>
            <a:round/>
            <a:headEnd len="med" w="med" type="none"/>
            <a:tailEnd len="med" w="med" type="stealth"/>
          </a:ln>
        </p:spPr>
      </p:sp>
      <p:sp>
        <p:nvSpPr>
          <p:cNvPr id="1789" name="Google Shape;1789;p69"/>
          <p:cNvSpPr txBox="1"/>
          <p:nvPr/>
        </p:nvSpPr>
        <p:spPr>
          <a:xfrm>
            <a:off x="4644500" y="4832000"/>
            <a:ext cx="4467300" cy="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NOTE: We can also run this as a front side DE read and leave him unblocked. We ran it last year (minus the crunch)</a:t>
            </a:r>
            <a:endParaRPr sz="700">
              <a:solidFill>
                <a:schemeClr val="dk2"/>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3" name="Shape 1793"/>
        <p:cNvGrpSpPr/>
        <p:nvPr/>
      </p:nvGrpSpPr>
      <p:grpSpPr>
        <a:xfrm>
          <a:off x="0" y="0"/>
          <a:ext cx="0" cy="0"/>
          <a:chOff x="0" y="0"/>
          <a:chExt cx="0" cy="0"/>
        </a:xfrm>
      </p:grpSpPr>
      <p:cxnSp>
        <p:nvCxnSpPr>
          <p:cNvPr id="1794" name="Google Shape;1794;p70"/>
          <p:cNvCxnSpPr/>
          <p:nvPr/>
        </p:nvCxnSpPr>
        <p:spPr>
          <a:xfrm flipH="1">
            <a:off x="4566050" y="27675"/>
            <a:ext cx="23100" cy="5120400"/>
          </a:xfrm>
          <a:prstGeom prst="straightConnector1">
            <a:avLst/>
          </a:prstGeom>
          <a:noFill/>
          <a:ln cap="flat" cmpd="sng" w="9525">
            <a:solidFill>
              <a:schemeClr val="dk2"/>
            </a:solidFill>
            <a:prstDash val="solid"/>
            <a:round/>
            <a:headEnd len="med" w="med" type="none"/>
            <a:tailEnd len="med" w="med" type="none"/>
          </a:ln>
        </p:spPr>
      </p:cxnSp>
      <p:cxnSp>
        <p:nvCxnSpPr>
          <p:cNvPr id="1795" name="Google Shape;1795;p70"/>
          <p:cNvCxnSpPr/>
          <p:nvPr/>
        </p:nvCxnSpPr>
        <p:spPr>
          <a:xfrm flipH="1" rot="10800000">
            <a:off x="-131500" y="2687750"/>
            <a:ext cx="9426000" cy="7800"/>
          </a:xfrm>
          <a:prstGeom prst="straightConnector1">
            <a:avLst/>
          </a:prstGeom>
          <a:noFill/>
          <a:ln cap="flat" cmpd="sng" w="9525">
            <a:solidFill>
              <a:schemeClr val="dk2"/>
            </a:solidFill>
            <a:prstDash val="solid"/>
            <a:round/>
            <a:headEnd len="med" w="med" type="none"/>
            <a:tailEnd len="med" w="med" type="none"/>
          </a:ln>
        </p:spPr>
      </p:cxnSp>
      <p:sp>
        <p:nvSpPr>
          <p:cNvPr id="1796" name="Google Shape;1796;p70"/>
          <p:cNvSpPr/>
          <p:nvPr/>
        </p:nvSpPr>
        <p:spPr>
          <a:xfrm>
            <a:off x="2121175" y="1603850"/>
            <a:ext cx="177000" cy="161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7" name="Google Shape;1797;p70"/>
          <p:cNvSpPr/>
          <p:nvPr/>
        </p:nvSpPr>
        <p:spPr>
          <a:xfrm>
            <a:off x="1867475" y="1603850"/>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8" name="Google Shape;1798;p70"/>
          <p:cNvSpPr/>
          <p:nvPr/>
        </p:nvSpPr>
        <p:spPr>
          <a:xfrm>
            <a:off x="1613775" y="1603850"/>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9" name="Google Shape;1799;p70"/>
          <p:cNvSpPr/>
          <p:nvPr/>
        </p:nvSpPr>
        <p:spPr>
          <a:xfrm>
            <a:off x="2374875" y="1603850"/>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0" name="Google Shape;1800;p70"/>
          <p:cNvSpPr/>
          <p:nvPr/>
        </p:nvSpPr>
        <p:spPr>
          <a:xfrm>
            <a:off x="2628575" y="1603850"/>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1" name="Google Shape;1801;p70"/>
          <p:cNvSpPr/>
          <p:nvPr/>
        </p:nvSpPr>
        <p:spPr>
          <a:xfrm>
            <a:off x="1406800" y="136052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2" name="Google Shape;1802;p70"/>
          <p:cNvSpPr/>
          <p:nvPr/>
        </p:nvSpPr>
        <p:spPr>
          <a:xfrm>
            <a:off x="1963650" y="1332000"/>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3" name="Google Shape;1803;p70"/>
          <p:cNvSpPr/>
          <p:nvPr/>
        </p:nvSpPr>
        <p:spPr>
          <a:xfrm>
            <a:off x="2520500" y="135012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4" name="Google Shape;1804;p70"/>
          <p:cNvSpPr/>
          <p:nvPr/>
        </p:nvSpPr>
        <p:spPr>
          <a:xfrm>
            <a:off x="2989038" y="136052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5" name="Google Shape;1805;p70"/>
          <p:cNvSpPr/>
          <p:nvPr/>
        </p:nvSpPr>
        <p:spPr>
          <a:xfrm>
            <a:off x="1514488" y="101047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6" name="Google Shape;1806;p70"/>
          <p:cNvSpPr/>
          <p:nvPr/>
        </p:nvSpPr>
        <p:spPr>
          <a:xfrm>
            <a:off x="2113138" y="101047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7" name="Google Shape;1807;p70"/>
          <p:cNvSpPr/>
          <p:nvPr/>
        </p:nvSpPr>
        <p:spPr>
          <a:xfrm>
            <a:off x="2711788" y="101047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8" name="Google Shape;1808;p70"/>
          <p:cNvSpPr/>
          <p:nvPr/>
        </p:nvSpPr>
        <p:spPr>
          <a:xfrm>
            <a:off x="3412113" y="117187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9" name="Google Shape;1809;p70"/>
          <p:cNvSpPr/>
          <p:nvPr/>
        </p:nvSpPr>
        <p:spPr>
          <a:xfrm>
            <a:off x="4102913" y="125787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0" name="Google Shape;1810;p70"/>
          <p:cNvSpPr/>
          <p:nvPr/>
        </p:nvSpPr>
        <p:spPr>
          <a:xfrm>
            <a:off x="285038" y="125787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1" name="Google Shape;1811;p70"/>
          <p:cNvSpPr/>
          <p:nvPr/>
        </p:nvSpPr>
        <p:spPr>
          <a:xfrm>
            <a:off x="2121163" y="24962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2" name="Google Shape;1812;p70"/>
          <p:cNvSpPr/>
          <p:nvPr/>
        </p:nvSpPr>
        <p:spPr>
          <a:xfrm>
            <a:off x="2851250" y="1803750"/>
            <a:ext cx="176999" cy="208225"/>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3</a:t>
            </a:r>
          </a:p>
        </p:txBody>
      </p:sp>
      <p:sp>
        <p:nvSpPr>
          <p:cNvPr id="1813" name="Google Shape;1813;p70"/>
          <p:cNvSpPr/>
          <p:nvPr/>
        </p:nvSpPr>
        <p:spPr>
          <a:xfrm>
            <a:off x="3518750" y="1803750"/>
            <a:ext cx="179264" cy="204522"/>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5</a:t>
            </a:r>
          </a:p>
        </p:txBody>
      </p:sp>
      <p:sp>
        <p:nvSpPr>
          <p:cNvPr id="1814" name="Google Shape;1814;p70"/>
          <p:cNvSpPr/>
          <p:nvPr/>
        </p:nvSpPr>
        <p:spPr>
          <a:xfrm>
            <a:off x="4102175" y="1603850"/>
            <a:ext cx="178509" cy="208225"/>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6</a:t>
            </a:r>
          </a:p>
        </p:txBody>
      </p:sp>
      <p:sp>
        <p:nvSpPr>
          <p:cNvPr id="1815" name="Google Shape;1815;p70"/>
          <p:cNvSpPr/>
          <p:nvPr/>
        </p:nvSpPr>
        <p:spPr>
          <a:xfrm>
            <a:off x="284300" y="1603850"/>
            <a:ext cx="186812" cy="203953"/>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4</a:t>
            </a:r>
          </a:p>
        </p:txBody>
      </p:sp>
      <p:sp>
        <p:nvSpPr>
          <p:cNvPr id="1816" name="Google Shape;1816;p70"/>
          <p:cNvSpPr/>
          <p:nvPr/>
        </p:nvSpPr>
        <p:spPr>
          <a:xfrm>
            <a:off x="2121175" y="2263675"/>
            <a:ext cx="99633" cy="204807"/>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1</a:t>
            </a:r>
          </a:p>
        </p:txBody>
      </p:sp>
      <p:sp>
        <p:nvSpPr>
          <p:cNvPr id="1817" name="Google Shape;1817;p70"/>
          <p:cNvSpPr/>
          <p:nvPr/>
        </p:nvSpPr>
        <p:spPr>
          <a:xfrm>
            <a:off x="1866725" y="2263675"/>
            <a:ext cx="178509" cy="204807"/>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2</a:t>
            </a:r>
          </a:p>
        </p:txBody>
      </p:sp>
      <p:sp>
        <p:nvSpPr>
          <p:cNvPr id="1818" name="Google Shape;1818;p70"/>
          <p:cNvSpPr/>
          <p:nvPr/>
        </p:nvSpPr>
        <p:spPr>
          <a:xfrm>
            <a:off x="6711400" y="1630525"/>
            <a:ext cx="177000" cy="161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9" name="Google Shape;1819;p70"/>
          <p:cNvSpPr/>
          <p:nvPr/>
        </p:nvSpPr>
        <p:spPr>
          <a:xfrm>
            <a:off x="6457700" y="1630525"/>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0" name="Google Shape;1820;p70"/>
          <p:cNvSpPr/>
          <p:nvPr/>
        </p:nvSpPr>
        <p:spPr>
          <a:xfrm>
            <a:off x="6204000" y="1630525"/>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1" name="Google Shape;1821;p70"/>
          <p:cNvSpPr/>
          <p:nvPr/>
        </p:nvSpPr>
        <p:spPr>
          <a:xfrm>
            <a:off x="6965100" y="1630525"/>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2" name="Google Shape;1822;p70"/>
          <p:cNvSpPr/>
          <p:nvPr/>
        </p:nvSpPr>
        <p:spPr>
          <a:xfrm>
            <a:off x="7218800" y="1630525"/>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3" name="Google Shape;1823;p70"/>
          <p:cNvSpPr/>
          <p:nvPr/>
        </p:nvSpPr>
        <p:spPr>
          <a:xfrm>
            <a:off x="6031900" y="1387200"/>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4" name="Google Shape;1824;p70"/>
          <p:cNvSpPr/>
          <p:nvPr/>
        </p:nvSpPr>
        <p:spPr>
          <a:xfrm>
            <a:off x="6526875" y="1387200"/>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5" name="Google Shape;1825;p70"/>
          <p:cNvSpPr/>
          <p:nvPr/>
        </p:nvSpPr>
        <p:spPr>
          <a:xfrm>
            <a:off x="7070050" y="1387200"/>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6" name="Google Shape;1826;p70"/>
          <p:cNvSpPr/>
          <p:nvPr/>
        </p:nvSpPr>
        <p:spPr>
          <a:xfrm>
            <a:off x="7752525" y="1387200"/>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7" name="Google Shape;1827;p70"/>
          <p:cNvSpPr/>
          <p:nvPr/>
        </p:nvSpPr>
        <p:spPr>
          <a:xfrm>
            <a:off x="6104713" y="1037150"/>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8" name="Google Shape;1828;p70"/>
          <p:cNvSpPr/>
          <p:nvPr/>
        </p:nvSpPr>
        <p:spPr>
          <a:xfrm>
            <a:off x="6703363" y="1037150"/>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9" name="Google Shape;1829;p70"/>
          <p:cNvSpPr/>
          <p:nvPr/>
        </p:nvSpPr>
        <p:spPr>
          <a:xfrm>
            <a:off x="7302013" y="1037150"/>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0" name="Google Shape;1830;p70"/>
          <p:cNvSpPr/>
          <p:nvPr/>
        </p:nvSpPr>
        <p:spPr>
          <a:xfrm>
            <a:off x="8002338" y="1198550"/>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1" name="Google Shape;1831;p70"/>
          <p:cNvSpPr/>
          <p:nvPr/>
        </p:nvSpPr>
        <p:spPr>
          <a:xfrm>
            <a:off x="8693138" y="1284550"/>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2" name="Google Shape;1832;p70"/>
          <p:cNvSpPr/>
          <p:nvPr/>
        </p:nvSpPr>
        <p:spPr>
          <a:xfrm>
            <a:off x="4875263" y="1284550"/>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3" name="Google Shape;1833;p70"/>
          <p:cNvSpPr/>
          <p:nvPr/>
        </p:nvSpPr>
        <p:spPr>
          <a:xfrm>
            <a:off x="6734775" y="677738"/>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4" name="Google Shape;1834;p70"/>
          <p:cNvSpPr/>
          <p:nvPr/>
        </p:nvSpPr>
        <p:spPr>
          <a:xfrm>
            <a:off x="7651000" y="1828575"/>
            <a:ext cx="176999" cy="208225"/>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3</a:t>
            </a:r>
          </a:p>
        </p:txBody>
      </p:sp>
      <p:sp>
        <p:nvSpPr>
          <p:cNvPr id="1835" name="Google Shape;1835;p70"/>
          <p:cNvSpPr/>
          <p:nvPr/>
        </p:nvSpPr>
        <p:spPr>
          <a:xfrm>
            <a:off x="8108975" y="1830425"/>
            <a:ext cx="179264" cy="204522"/>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5</a:t>
            </a:r>
          </a:p>
        </p:txBody>
      </p:sp>
      <p:sp>
        <p:nvSpPr>
          <p:cNvPr id="1836" name="Google Shape;1836;p70"/>
          <p:cNvSpPr/>
          <p:nvPr/>
        </p:nvSpPr>
        <p:spPr>
          <a:xfrm>
            <a:off x="7472500" y="1628388"/>
            <a:ext cx="178509" cy="208225"/>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6</a:t>
            </a:r>
          </a:p>
        </p:txBody>
      </p:sp>
      <p:sp>
        <p:nvSpPr>
          <p:cNvPr id="1837" name="Google Shape;1837;p70"/>
          <p:cNvSpPr/>
          <p:nvPr/>
        </p:nvSpPr>
        <p:spPr>
          <a:xfrm>
            <a:off x="5313112" y="1582575"/>
            <a:ext cx="186812" cy="203953"/>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4</a:t>
            </a:r>
          </a:p>
        </p:txBody>
      </p:sp>
      <p:sp>
        <p:nvSpPr>
          <p:cNvPr id="1838" name="Google Shape;1838;p70"/>
          <p:cNvSpPr/>
          <p:nvPr/>
        </p:nvSpPr>
        <p:spPr>
          <a:xfrm>
            <a:off x="6711400" y="2290350"/>
            <a:ext cx="99633" cy="204807"/>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1</a:t>
            </a:r>
          </a:p>
        </p:txBody>
      </p:sp>
      <p:sp>
        <p:nvSpPr>
          <p:cNvPr id="1839" name="Google Shape;1839;p70"/>
          <p:cNvSpPr/>
          <p:nvPr/>
        </p:nvSpPr>
        <p:spPr>
          <a:xfrm>
            <a:off x="6456950" y="2290350"/>
            <a:ext cx="178509" cy="204807"/>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2</a:t>
            </a:r>
          </a:p>
        </p:txBody>
      </p:sp>
      <p:sp>
        <p:nvSpPr>
          <p:cNvPr id="1840" name="Google Shape;1840;p70"/>
          <p:cNvSpPr/>
          <p:nvPr/>
        </p:nvSpPr>
        <p:spPr>
          <a:xfrm>
            <a:off x="2040338" y="4202438"/>
            <a:ext cx="177000" cy="161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1" name="Google Shape;1841;p70"/>
          <p:cNvSpPr/>
          <p:nvPr/>
        </p:nvSpPr>
        <p:spPr>
          <a:xfrm>
            <a:off x="1786638" y="4202438"/>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2" name="Google Shape;1842;p70"/>
          <p:cNvSpPr/>
          <p:nvPr/>
        </p:nvSpPr>
        <p:spPr>
          <a:xfrm>
            <a:off x="1532938" y="4202438"/>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3" name="Google Shape;1843;p70"/>
          <p:cNvSpPr/>
          <p:nvPr/>
        </p:nvSpPr>
        <p:spPr>
          <a:xfrm>
            <a:off x="2294038" y="4202438"/>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4" name="Google Shape;1844;p70"/>
          <p:cNvSpPr/>
          <p:nvPr/>
        </p:nvSpPr>
        <p:spPr>
          <a:xfrm>
            <a:off x="2547738" y="4202438"/>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5" name="Google Shape;1845;p70"/>
          <p:cNvSpPr/>
          <p:nvPr/>
        </p:nvSpPr>
        <p:spPr>
          <a:xfrm>
            <a:off x="1327875" y="3948713"/>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6" name="Google Shape;1846;p70"/>
          <p:cNvSpPr/>
          <p:nvPr/>
        </p:nvSpPr>
        <p:spPr>
          <a:xfrm>
            <a:off x="1867463" y="3948713"/>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7" name="Google Shape;1847;p70"/>
          <p:cNvSpPr/>
          <p:nvPr/>
        </p:nvSpPr>
        <p:spPr>
          <a:xfrm>
            <a:off x="2451563" y="3948713"/>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8" name="Google Shape;1848;p70"/>
          <p:cNvSpPr/>
          <p:nvPr/>
        </p:nvSpPr>
        <p:spPr>
          <a:xfrm>
            <a:off x="2904350" y="3948713"/>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9" name="Google Shape;1849;p70"/>
          <p:cNvSpPr/>
          <p:nvPr/>
        </p:nvSpPr>
        <p:spPr>
          <a:xfrm>
            <a:off x="1433650" y="3609063"/>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0" name="Google Shape;1850;p70"/>
          <p:cNvSpPr/>
          <p:nvPr/>
        </p:nvSpPr>
        <p:spPr>
          <a:xfrm>
            <a:off x="2032300" y="3609063"/>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1" name="Google Shape;1851;p70"/>
          <p:cNvSpPr/>
          <p:nvPr/>
        </p:nvSpPr>
        <p:spPr>
          <a:xfrm>
            <a:off x="2630950" y="3609063"/>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2" name="Google Shape;1852;p70"/>
          <p:cNvSpPr/>
          <p:nvPr/>
        </p:nvSpPr>
        <p:spPr>
          <a:xfrm>
            <a:off x="3331275" y="3770463"/>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3" name="Google Shape;1853;p70"/>
          <p:cNvSpPr/>
          <p:nvPr/>
        </p:nvSpPr>
        <p:spPr>
          <a:xfrm>
            <a:off x="4022075" y="3856463"/>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4" name="Google Shape;1854;p70"/>
          <p:cNvSpPr/>
          <p:nvPr/>
        </p:nvSpPr>
        <p:spPr>
          <a:xfrm>
            <a:off x="613250" y="3856463"/>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5" name="Google Shape;1855;p70"/>
          <p:cNvSpPr/>
          <p:nvPr/>
        </p:nvSpPr>
        <p:spPr>
          <a:xfrm>
            <a:off x="2086650" y="323997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6" name="Google Shape;1856;p70"/>
          <p:cNvSpPr/>
          <p:nvPr/>
        </p:nvSpPr>
        <p:spPr>
          <a:xfrm>
            <a:off x="2770412" y="4402338"/>
            <a:ext cx="176999" cy="208225"/>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3</a:t>
            </a:r>
          </a:p>
        </p:txBody>
      </p:sp>
      <p:sp>
        <p:nvSpPr>
          <p:cNvPr id="1857" name="Google Shape;1857;p70"/>
          <p:cNvSpPr/>
          <p:nvPr/>
        </p:nvSpPr>
        <p:spPr>
          <a:xfrm>
            <a:off x="3437912" y="4402338"/>
            <a:ext cx="186812" cy="203953"/>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4</a:t>
            </a:r>
          </a:p>
        </p:txBody>
      </p:sp>
      <p:sp>
        <p:nvSpPr>
          <p:cNvPr id="1858" name="Google Shape;1858;p70"/>
          <p:cNvSpPr/>
          <p:nvPr/>
        </p:nvSpPr>
        <p:spPr>
          <a:xfrm>
            <a:off x="4021337" y="4202438"/>
            <a:ext cx="178509" cy="208225"/>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6</a:t>
            </a:r>
          </a:p>
        </p:txBody>
      </p:sp>
      <p:sp>
        <p:nvSpPr>
          <p:cNvPr id="1859" name="Google Shape;1859;p70"/>
          <p:cNvSpPr/>
          <p:nvPr/>
        </p:nvSpPr>
        <p:spPr>
          <a:xfrm>
            <a:off x="711862" y="4181163"/>
            <a:ext cx="179264" cy="204522"/>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5</a:t>
            </a:r>
          </a:p>
        </p:txBody>
      </p:sp>
      <p:sp>
        <p:nvSpPr>
          <p:cNvPr id="1860" name="Google Shape;1860;p70"/>
          <p:cNvSpPr/>
          <p:nvPr/>
        </p:nvSpPr>
        <p:spPr>
          <a:xfrm>
            <a:off x="2040337" y="4862263"/>
            <a:ext cx="99633" cy="204807"/>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1</a:t>
            </a:r>
          </a:p>
        </p:txBody>
      </p:sp>
      <p:sp>
        <p:nvSpPr>
          <p:cNvPr id="1861" name="Google Shape;1861;p70"/>
          <p:cNvSpPr/>
          <p:nvPr/>
        </p:nvSpPr>
        <p:spPr>
          <a:xfrm>
            <a:off x="1785900" y="4862263"/>
            <a:ext cx="178509" cy="204807"/>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2</a:t>
            </a:r>
          </a:p>
        </p:txBody>
      </p:sp>
      <p:sp>
        <p:nvSpPr>
          <p:cNvPr id="1862" name="Google Shape;1862;p70"/>
          <p:cNvSpPr/>
          <p:nvPr/>
        </p:nvSpPr>
        <p:spPr>
          <a:xfrm>
            <a:off x="6638588" y="4202450"/>
            <a:ext cx="177000" cy="161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3" name="Google Shape;1863;p70"/>
          <p:cNvSpPr/>
          <p:nvPr/>
        </p:nvSpPr>
        <p:spPr>
          <a:xfrm>
            <a:off x="6384888" y="4202450"/>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4" name="Google Shape;1864;p70"/>
          <p:cNvSpPr/>
          <p:nvPr/>
        </p:nvSpPr>
        <p:spPr>
          <a:xfrm>
            <a:off x="6131188" y="4202450"/>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5" name="Google Shape;1865;p70"/>
          <p:cNvSpPr/>
          <p:nvPr/>
        </p:nvSpPr>
        <p:spPr>
          <a:xfrm>
            <a:off x="6892288" y="4202450"/>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6" name="Google Shape;1866;p70"/>
          <p:cNvSpPr/>
          <p:nvPr/>
        </p:nvSpPr>
        <p:spPr>
          <a:xfrm>
            <a:off x="7145988" y="4202450"/>
            <a:ext cx="177000" cy="161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7" name="Google Shape;1867;p70"/>
          <p:cNvSpPr/>
          <p:nvPr/>
        </p:nvSpPr>
        <p:spPr>
          <a:xfrm>
            <a:off x="5922113" y="395912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8" name="Google Shape;1868;p70"/>
          <p:cNvSpPr/>
          <p:nvPr/>
        </p:nvSpPr>
        <p:spPr>
          <a:xfrm>
            <a:off x="6271275" y="393092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9" name="Google Shape;1869;p70"/>
          <p:cNvSpPr/>
          <p:nvPr/>
        </p:nvSpPr>
        <p:spPr>
          <a:xfrm>
            <a:off x="6835713" y="3949800"/>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0" name="Google Shape;1870;p70"/>
          <p:cNvSpPr/>
          <p:nvPr/>
        </p:nvSpPr>
        <p:spPr>
          <a:xfrm>
            <a:off x="7502600" y="394872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1" name="Google Shape;1871;p70"/>
          <p:cNvSpPr/>
          <p:nvPr/>
        </p:nvSpPr>
        <p:spPr>
          <a:xfrm>
            <a:off x="5552800" y="3628913"/>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2" name="Google Shape;1872;p70"/>
          <p:cNvSpPr/>
          <p:nvPr/>
        </p:nvSpPr>
        <p:spPr>
          <a:xfrm>
            <a:off x="6453188" y="3619013"/>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3" name="Google Shape;1873;p70"/>
          <p:cNvSpPr/>
          <p:nvPr/>
        </p:nvSpPr>
        <p:spPr>
          <a:xfrm>
            <a:off x="7070050" y="3591363"/>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4" name="Google Shape;1874;p70"/>
          <p:cNvSpPr/>
          <p:nvPr/>
        </p:nvSpPr>
        <p:spPr>
          <a:xfrm>
            <a:off x="7929525" y="377047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5" name="Google Shape;1875;p70"/>
          <p:cNvSpPr/>
          <p:nvPr/>
        </p:nvSpPr>
        <p:spPr>
          <a:xfrm>
            <a:off x="8620325" y="385647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6" name="Google Shape;1876;p70"/>
          <p:cNvSpPr/>
          <p:nvPr/>
        </p:nvSpPr>
        <p:spPr>
          <a:xfrm>
            <a:off x="4802450" y="3856475"/>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7" name="Google Shape;1877;p70"/>
          <p:cNvSpPr/>
          <p:nvPr/>
        </p:nvSpPr>
        <p:spPr>
          <a:xfrm>
            <a:off x="6638600" y="2971413"/>
            <a:ext cx="177000" cy="161400"/>
          </a:xfrm>
          <a:prstGeom prst="triangle">
            <a:avLst>
              <a:gd fmla="val 500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8" name="Google Shape;1878;p70"/>
          <p:cNvSpPr/>
          <p:nvPr/>
        </p:nvSpPr>
        <p:spPr>
          <a:xfrm>
            <a:off x="5946025" y="4445225"/>
            <a:ext cx="176999" cy="208225"/>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3</a:t>
            </a:r>
          </a:p>
        </p:txBody>
      </p:sp>
      <p:sp>
        <p:nvSpPr>
          <p:cNvPr id="1879" name="Google Shape;1879;p70"/>
          <p:cNvSpPr/>
          <p:nvPr/>
        </p:nvSpPr>
        <p:spPr>
          <a:xfrm>
            <a:off x="8036162" y="4402350"/>
            <a:ext cx="186812" cy="203953"/>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4</a:t>
            </a:r>
          </a:p>
        </p:txBody>
      </p:sp>
      <p:sp>
        <p:nvSpPr>
          <p:cNvPr id="1880" name="Google Shape;1880;p70"/>
          <p:cNvSpPr/>
          <p:nvPr/>
        </p:nvSpPr>
        <p:spPr>
          <a:xfrm>
            <a:off x="8619587" y="4202450"/>
            <a:ext cx="178509" cy="208225"/>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6</a:t>
            </a:r>
          </a:p>
        </p:txBody>
      </p:sp>
      <p:sp>
        <p:nvSpPr>
          <p:cNvPr id="1881" name="Google Shape;1881;p70"/>
          <p:cNvSpPr/>
          <p:nvPr/>
        </p:nvSpPr>
        <p:spPr>
          <a:xfrm>
            <a:off x="4801712" y="4202450"/>
            <a:ext cx="179264" cy="204522"/>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5</a:t>
            </a:r>
          </a:p>
        </p:txBody>
      </p:sp>
      <p:sp>
        <p:nvSpPr>
          <p:cNvPr id="1882" name="Google Shape;1882;p70"/>
          <p:cNvSpPr/>
          <p:nvPr/>
        </p:nvSpPr>
        <p:spPr>
          <a:xfrm>
            <a:off x="6638587" y="4862275"/>
            <a:ext cx="99633" cy="204807"/>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1</a:t>
            </a:r>
          </a:p>
        </p:txBody>
      </p:sp>
      <p:sp>
        <p:nvSpPr>
          <p:cNvPr id="1883" name="Google Shape;1883;p70"/>
          <p:cNvSpPr/>
          <p:nvPr/>
        </p:nvSpPr>
        <p:spPr>
          <a:xfrm>
            <a:off x="6384150" y="4862275"/>
            <a:ext cx="178509" cy="204807"/>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noFill/>
                <a:latin typeface="Arial"/>
              </a:rPr>
              <a:t>2</a:t>
            </a:r>
          </a:p>
        </p:txBody>
      </p:sp>
      <p:sp>
        <p:nvSpPr>
          <p:cNvPr id="1884" name="Google Shape;1884;p70"/>
          <p:cNvSpPr/>
          <p:nvPr/>
        </p:nvSpPr>
        <p:spPr>
          <a:xfrm>
            <a:off x="2426550" y="1971075"/>
            <a:ext cx="1083075" cy="422475"/>
          </a:xfrm>
          <a:custGeom>
            <a:rect b="b" l="l" r="r" t="t"/>
            <a:pathLst>
              <a:path extrusionOk="0" h="16899" w="43323">
                <a:moveTo>
                  <a:pt x="43323" y="0"/>
                </a:moveTo>
                <a:cubicBezTo>
                  <a:pt x="39073" y="2458"/>
                  <a:pt x="25042" y="11932"/>
                  <a:pt x="17821" y="14748"/>
                </a:cubicBezTo>
                <a:cubicBezTo>
                  <a:pt x="10601" y="17565"/>
                  <a:pt x="2970" y="16541"/>
                  <a:pt x="0" y="16899"/>
                </a:cubicBezTo>
              </a:path>
            </a:pathLst>
          </a:custGeom>
          <a:noFill/>
          <a:ln cap="flat" cmpd="sng" w="9525">
            <a:solidFill>
              <a:schemeClr val="dk2"/>
            </a:solidFill>
            <a:prstDash val="dash"/>
            <a:round/>
            <a:headEnd len="med" w="med" type="none"/>
            <a:tailEnd len="med" w="med" type="diamond"/>
          </a:ln>
        </p:spPr>
      </p:sp>
      <p:sp>
        <p:nvSpPr>
          <p:cNvPr id="1885" name="Google Shape;1885;p70"/>
          <p:cNvSpPr/>
          <p:nvPr/>
        </p:nvSpPr>
        <p:spPr>
          <a:xfrm>
            <a:off x="2096225" y="2339775"/>
            <a:ext cx="240025" cy="191550"/>
          </a:xfrm>
          <a:custGeom>
            <a:rect b="b" l="l" r="r" t="t"/>
            <a:pathLst>
              <a:path extrusionOk="0" h="7662" w="9601">
                <a:moveTo>
                  <a:pt x="6760" y="0"/>
                </a:moveTo>
                <a:cubicBezTo>
                  <a:pt x="7221" y="410"/>
                  <a:pt x="9371" y="1331"/>
                  <a:pt x="9525" y="2458"/>
                </a:cubicBezTo>
                <a:cubicBezTo>
                  <a:pt x="9679" y="3585"/>
                  <a:pt x="8911" y="5992"/>
                  <a:pt x="7682" y="6760"/>
                </a:cubicBezTo>
                <a:cubicBezTo>
                  <a:pt x="6453" y="7528"/>
                  <a:pt x="3431" y="8143"/>
                  <a:pt x="2151" y="7067"/>
                </a:cubicBezTo>
                <a:cubicBezTo>
                  <a:pt x="871" y="5992"/>
                  <a:pt x="359" y="1434"/>
                  <a:pt x="0" y="307"/>
                </a:cubicBezTo>
              </a:path>
            </a:pathLst>
          </a:custGeom>
          <a:noFill/>
          <a:ln cap="flat" cmpd="sng" w="9525">
            <a:solidFill>
              <a:schemeClr val="dk2"/>
            </a:solidFill>
            <a:prstDash val="solid"/>
            <a:round/>
            <a:headEnd len="med" w="med" type="none"/>
            <a:tailEnd len="med" w="med" type="stealth"/>
          </a:ln>
        </p:spPr>
      </p:sp>
      <p:sp>
        <p:nvSpPr>
          <p:cNvPr id="1886" name="Google Shape;1886;p70"/>
          <p:cNvSpPr/>
          <p:nvPr/>
        </p:nvSpPr>
        <p:spPr>
          <a:xfrm>
            <a:off x="515850" y="2071800"/>
            <a:ext cx="1536300" cy="579725"/>
          </a:xfrm>
          <a:custGeom>
            <a:rect b="b" l="l" r="r" t="t"/>
            <a:pathLst>
              <a:path extrusionOk="0" h="23189" w="61452">
                <a:moveTo>
                  <a:pt x="61452" y="17207"/>
                </a:moveTo>
                <a:cubicBezTo>
                  <a:pt x="59660" y="18180"/>
                  <a:pt x="58431" y="22687"/>
                  <a:pt x="50698" y="23045"/>
                </a:cubicBezTo>
                <a:cubicBezTo>
                  <a:pt x="42965" y="23404"/>
                  <a:pt x="23506" y="23199"/>
                  <a:pt x="15056" y="19358"/>
                </a:cubicBezTo>
                <a:cubicBezTo>
                  <a:pt x="6606" y="15517"/>
                  <a:pt x="2509" y="3226"/>
                  <a:pt x="0" y="0"/>
                </a:cubicBezTo>
              </a:path>
            </a:pathLst>
          </a:custGeom>
          <a:noFill/>
          <a:ln cap="flat" cmpd="sng" w="9525">
            <a:solidFill>
              <a:schemeClr val="dk2"/>
            </a:solidFill>
            <a:prstDash val="solid"/>
            <a:round/>
            <a:headEnd len="med" w="med" type="none"/>
            <a:tailEnd len="med" w="med" type="stealth"/>
          </a:ln>
        </p:spPr>
      </p:sp>
      <p:sp>
        <p:nvSpPr>
          <p:cNvPr id="1887" name="Google Shape;1887;p70"/>
          <p:cNvSpPr txBox="1"/>
          <p:nvPr/>
        </p:nvSpPr>
        <p:spPr>
          <a:xfrm>
            <a:off x="68400" y="43050"/>
            <a:ext cx="3744300" cy="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2"/>
                </a:solidFill>
              </a:rPr>
              <a:t>Trips5 Flip 5 Split 26 Tornado (BASE)</a:t>
            </a:r>
            <a:endParaRPr b="1" sz="1300">
              <a:solidFill>
                <a:schemeClr val="dk2"/>
              </a:solidFill>
            </a:endParaRPr>
          </a:p>
        </p:txBody>
      </p:sp>
      <p:cxnSp>
        <p:nvCxnSpPr>
          <p:cNvPr id="1888" name="Google Shape;1888;p70"/>
          <p:cNvCxnSpPr>
            <a:stCxn id="1798" idx="0"/>
            <a:endCxn id="1801" idx="4"/>
          </p:cNvCxnSpPr>
          <p:nvPr/>
        </p:nvCxnSpPr>
        <p:spPr>
          <a:xfrm rot="10800000">
            <a:off x="1583775" y="1521950"/>
            <a:ext cx="118500" cy="81900"/>
          </a:xfrm>
          <a:prstGeom prst="straightConnector1">
            <a:avLst/>
          </a:prstGeom>
          <a:noFill/>
          <a:ln cap="flat" cmpd="sng" w="9525">
            <a:solidFill>
              <a:schemeClr val="dk2"/>
            </a:solidFill>
            <a:prstDash val="solid"/>
            <a:round/>
            <a:headEnd len="med" w="med" type="none"/>
            <a:tailEnd len="med" w="med" type="none"/>
          </a:ln>
        </p:spPr>
      </p:cxnSp>
      <p:cxnSp>
        <p:nvCxnSpPr>
          <p:cNvPr id="1889" name="Google Shape;1889;p70"/>
          <p:cNvCxnSpPr>
            <a:stCxn id="1797" idx="7"/>
            <a:endCxn id="1802" idx="3"/>
          </p:cNvCxnSpPr>
          <p:nvPr/>
        </p:nvCxnSpPr>
        <p:spPr>
          <a:xfrm flipH="1" rot="10800000">
            <a:off x="2018554" y="1493386"/>
            <a:ext cx="33600" cy="134100"/>
          </a:xfrm>
          <a:prstGeom prst="straightConnector1">
            <a:avLst/>
          </a:prstGeom>
          <a:noFill/>
          <a:ln cap="flat" cmpd="sng" w="9525">
            <a:solidFill>
              <a:schemeClr val="dk2"/>
            </a:solidFill>
            <a:prstDash val="solid"/>
            <a:round/>
            <a:headEnd len="med" w="med" type="none"/>
            <a:tailEnd len="med" w="med" type="none"/>
          </a:ln>
        </p:spPr>
      </p:cxnSp>
      <p:cxnSp>
        <p:nvCxnSpPr>
          <p:cNvPr id="1890" name="Google Shape;1890;p70"/>
          <p:cNvCxnSpPr>
            <a:endCxn id="1802" idx="4"/>
          </p:cNvCxnSpPr>
          <p:nvPr/>
        </p:nvCxnSpPr>
        <p:spPr>
          <a:xfrm rot="10800000">
            <a:off x="2140650" y="1493400"/>
            <a:ext cx="69000" cy="110400"/>
          </a:xfrm>
          <a:prstGeom prst="straightConnector1">
            <a:avLst/>
          </a:prstGeom>
          <a:noFill/>
          <a:ln cap="flat" cmpd="sng" w="9525">
            <a:solidFill>
              <a:schemeClr val="dk2"/>
            </a:solidFill>
            <a:prstDash val="solid"/>
            <a:round/>
            <a:headEnd len="med" w="med" type="none"/>
            <a:tailEnd len="med" w="med" type="none"/>
          </a:ln>
        </p:spPr>
      </p:cxnSp>
      <p:cxnSp>
        <p:nvCxnSpPr>
          <p:cNvPr id="1891" name="Google Shape;1891;p70"/>
          <p:cNvCxnSpPr>
            <a:stCxn id="1802" idx="4"/>
            <a:endCxn id="1806" idx="4"/>
          </p:cNvCxnSpPr>
          <p:nvPr/>
        </p:nvCxnSpPr>
        <p:spPr>
          <a:xfrm flipH="1" rot="10800000">
            <a:off x="2140650" y="1171800"/>
            <a:ext cx="149400" cy="321600"/>
          </a:xfrm>
          <a:prstGeom prst="straightConnector1">
            <a:avLst/>
          </a:prstGeom>
          <a:noFill/>
          <a:ln cap="flat" cmpd="sng" w="9525">
            <a:solidFill>
              <a:schemeClr val="dk2"/>
            </a:solidFill>
            <a:prstDash val="solid"/>
            <a:round/>
            <a:headEnd len="med" w="med" type="none"/>
            <a:tailEnd len="med" w="med" type="none"/>
          </a:ln>
        </p:spPr>
      </p:cxnSp>
      <p:cxnSp>
        <p:nvCxnSpPr>
          <p:cNvPr id="1892" name="Google Shape;1892;p70"/>
          <p:cNvCxnSpPr>
            <a:endCxn id="1804" idx="2"/>
          </p:cNvCxnSpPr>
          <p:nvPr/>
        </p:nvCxnSpPr>
        <p:spPr>
          <a:xfrm flipH="1" rot="10800000">
            <a:off x="2925738" y="1521925"/>
            <a:ext cx="63300" cy="234000"/>
          </a:xfrm>
          <a:prstGeom prst="straightConnector1">
            <a:avLst/>
          </a:prstGeom>
          <a:noFill/>
          <a:ln cap="flat" cmpd="sng" w="9525">
            <a:solidFill>
              <a:schemeClr val="dk2"/>
            </a:solidFill>
            <a:prstDash val="solid"/>
            <a:round/>
            <a:headEnd len="med" w="med" type="none"/>
            <a:tailEnd len="med" w="med" type="none"/>
          </a:ln>
        </p:spPr>
      </p:cxnSp>
      <p:cxnSp>
        <p:nvCxnSpPr>
          <p:cNvPr id="1893" name="Google Shape;1893;p70"/>
          <p:cNvCxnSpPr>
            <a:stCxn id="1799" idx="7"/>
            <a:endCxn id="1803" idx="3"/>
          </p:cNvCxnSpPr>
          <p:nvPr/>
        </p:nvCxnSpPr>
        <p:spPr>
          <a:xfrm flipH="1" rot="10800000">
            <a:off x="2525954" y="1511386"/>
            <a:ext cx="83100" cy="116100"/>
          </a:xfrm>
          <a:prstGeom prst="straightConnector1">
            <a:avLst/>
          </a:prstGeom>
          <a:noFill/>
          <a:ln cap="flat" cmpd="sng" w="9525">
            <a:solidFill>
              <a:schemeClr val="dk2"/>
            </a:solidFill>
            <a:prstDash val="solid"/>
            <a:round/>
            <a:headEnd len="med" w="med" type="none"/>
            <a:tailEnd len="med" w="med" type="none"/>
          </a:ln>
        </p:spPr>
      </p:cxnSp>
      <p:cxnSp>
        <p:nvCxnSpPr>
          <p:cNvPr id="1894" name="Google Shape;1894;p70"/>
          <p:cNvCxnSpPr>
            <a:stCxn id="1800" idx="7"/>
            <a:endCxn id="1803" idx="4"/>
          </p:cNvCxnSpPr>
          <p:nvPr/>
        </p:nvCxnSpPr>
        <p:spPr>
          <a:xfrm rot="10800000">
            <a:off x="2697454" y="1511386"/>
            <a:ext cx="82200" cy="116100"/>
          </a:xfrm>
          <a:prstGeom prst="straightConnector1">
            <a:avLst/>
          </a:prstGeom>
          <a:noFill/>
          <a:ln cap="flat" cmpd="sng" w="9525">
            <a:solidFill>
              <a:schemeClr val="dk2"/>
            </a:solidFill>
            <a:prstDash val="solid"/>
            <a:round/>
            <a:headEnd len="med" w="med" type="none"/>
            <a:tailEnd len="med" w="med" type="none"/>
          </a:ln>
        </p:spPr>
      </p:cxnSp>
      <p:cxnSp>
        <p:nvCxnSpPr>
          <p:cNvPr id="1895" name="Google Shape;1895;p70"/>
          <p:cNvCxnSpPr>
            <a:stCxn id="1803" idx="4"/>
            <a:endCxn id="1807" idx="3"/>
          </p:cNvCxnSpPr>
          <p:nvPr/>
        </p:nvCxnSpPr>
        <p:spPr>
          <a:xfrm flipH="1" rot="10800000">
            <a:off x="2697500" y="1171925"/>
            <a:ext cx="102900" cy="339600"/>
          </a:xfrm>
          <a:prstGeom prst="straightConnector1">
            <a:avLst/>
          </a:prstGeom>
          <a:noFill/>
          <a:ln cap="flat" cmpd="sng" w="9525">
            <a:solidFill>
              <a:schemeClr val="dk2"/>
            </a:solidFill>
            <a:prstDash val="solid"/>
            <a:round/>
            <a:headEnd len="med" w="med" type="none"/>
            <a:tailEnd len="med" w="med" type="none"/>
          </a:ln>
        </p:spPr>
      </p:cxnSp>
      <p:sp>
        <p:nvSpPr>
          <p:cNvPr id="1896" name="Google Shape;1896;p70"/>
          <p:cNvSpPr txBox="1"/>
          <p:nvPr/>
        </p:nvSpPr>
        <p:spPr>
          <a:xfrm>
            <a:off x="97225" y="383500"/>
            <a:ext cx="4147500" cy="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NOTE: Backside LB shows blitz, Bress will give Roper a WRAP call. Roper will wrap and get DE then Bress will get blitzer. Simon one on one with ILB.</a:t>
            </a:r>
            <a:endParaRPr sz="700">
              <a:solidFill>
                <a:schemeClr val="dk2"/>
              </a:solidFill>
            </a:endParaRPr>
          </a:p>
        </p:txBody>
      </p:sp>
      <p:cxnSp>
        <p:nvCxnSpPr>
          <p:cNvPr id="1897" name="Google Shape;1897;p70"/>
          <p:cNvCxnSpPr/>
          <p:nvPr/>
        </p:nvCxnSpPr>
        <p:spPr>
          <a:xfrm flipH="1" rot="10800000">
            <a:off x="3056425" y="1687000"/>
            <a:ext cx="284100" cy="184200"/>
          </a:xfrm>
          <a:prstGeom prst="straightConnector1">
            <a:avLst/>
          </a:prstGeom>
          <a:noFill/>
          <a:ln cap="flat" cmpd="sng" w="9525">
            <a:solidFill>
              <a:schemeClr val="dk2"/>
            </a:solidFill>
            <a:prstDash val="dot"/>
            <a:round/>
            <a:headEnd len="med" w="med" type="none"/>
            <a:tailEnd len="med" w="med" type="diamond"/>
          </a:ln>
        </p:spPr>
      </p:cxnSp>
      <p:sp>
        <p:nvSpPr>
          <p:cNvPr id="1898" name="Google Shape;1898;p70"/>
          <p:cNvSpPr/>
          <p:nvPr/>
        </p:nvSpPr>
        <p:spPr>
          <a:xfrm>
            <a:off x="2464950" y="1755975"/>
            <a:ext cx="322625" cy="207400"/>
          </a:xfrm>
          <a:custGeom>
            <a:rect b="b" l="l" r="r" t="t"/>
            <a:pathLst>
              <a:path extrusionOk="0" h="8296" w="12905">
                <a:moveTo>
                  <a:pt x="0" y="0"/>
                </a:moveTo>
                <a:cubicBezTo>
                  <a:pt x="512" y="1127"/>
                  <a:pt x="921" y="5377"/>
                  <a:pt x="3072" y="6760"/>
                </a:cubicBezTo>
                <a:cubicBezTo>
                  <a:pt x="5223" y="8143"/>
                  <a:pt x="11266" y="8040"/>
                  <a:pt x="12905" y="8296"/>
                </a:cubicBezTo>
              </a:path>
            </a:pathLst>
          </a:custGeom>
          <a:noFill/>
          <a:ln cap="flat" cmpd="sng" w="9525">
            <a:solidFill>
              <a:schemeClr val="dk2"/>
            </a:solidFill>
            <a:prstDash val="dot"/>
            <a:round/>
            <a:headEnd len="med" w="med" type="none"/>
            <a:tailEnd len="med" w="med" type="diamond"/>
          </a:ln>
        </p:spPr>
      </p:sp>
      <p:sp>
        <p:nvSpPr>
          <p:cNvPr id="1899" name="Google Shape;1899;p70"/>
          <p:cNvSpPr/>
          <p:nvPr/>
        </p:nvSpPr>
        <p:spPr>
          <a:xfrm>
            <a:off x="1988700" y="1825125"/>
            <a:ext cx="691325" cy="376375"/>
          </a:xfrm>
          <a:custGeom>
            <a:rect b="b" l="l" r="r" t="t"/>
            <a:pathLst>
              <a:path extrusionOk="0" h="15055" w="27653">
                <a:moveTo>
                  <a:pt x="0" y="15055"/>
                </a:moveTo>
                <a:cubicBezTo>
                  <a:pt x="3534" y="13826"/>
                  <a:pt x="16592" y="10190"/>
                  <a:pt x="21201" y="7681"/>
                </a:cubicBezTo>
                <a:cubicBezTo>
                  <a:pt x="25810" y="5172"/>
                  <a:pt x="26578" y="1280"/>
                  <a:pt x="27653" y="0"/>
                </a:cubicBezTo>
              </a:path>
            </a:pathLst>
          </a:custGeom>
          <a:noFill/>
          <a:ln cap="flat" cmpd="sng" w="28575">
            <a:solidFill>
              <a:schemeClr val="dk2"/>
            </a:solidFill>
            <a:prstDash val="solid"/>
            <a:round/>
            <a:headEnd len="med" w="med" type="none"/>
            <a:tailEnd len="med" w="med" type="stealth"/>
          </a:ln>
        </p:spPr>
      </p:sp>
      <p:sp>
        <p:nvSpPr>
          <p:cNvPr id="1900" name="Google Shape;1900;p70"/>
          <p:cNvSpPr txBox="1"/>
          <p:nvPr/>
        </p:nvSpPr>
        <p:spPr>
          <a:xfrm>
            <a:off x="4674050" y="43050"/>
            <a:ext cx="4427700" cy="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2"/>
                </a:solidFill>
              </a:rPr>
              <a:t>Trips5 Flip 6 Tight 5 Split 37 Tornado X (BASE)</a:t>
            </a:r>
            <a:endParaRPr b="1" sz="1300">
              <a:solidFill>
                <a:schemeClr val="dk2"/>
              </a:solidFill>
            </a:endParaRPr>
          </a:p>
        </p:txBody>
      </p:sp>
      <p:sp>
        <p:nvSpPr>
          <p:cNvPr id="1901" name="Google Shape;1901;p70"/>
          <p:cNvSpPr/>
          <p:nvPr/>
        </p:nvSpPr>
        <p:spPr>
          <a:xfrm>
            <a:off x="6953350" y="2029050"/>
            <a:ext cx="1083075" cy="422475"/>
          </a:xfrm>
          <a:custGeom>
            <a:rect b="b" l="l" r="r" t="t"/>
            <a:pathLst>
              <a:path extrusionOk="0" h="16899" w="43323">
                <a:moveTo>
                  <a:pt x="43323" y="0"/>
                </a:moveTo>
                <a:cubicBezTo>
                  <a:pt x="39073" y="2458"/>
                  <a:pt x="25042" y="11932"/>
                  <a:pt x="17821" y="14748"/>
                </a:cubicBezTo>
                <a:cubicBezTo>
                  <a:pt x="10601" y="17565"/>
                  <a:pt x="2970" y="16541"/>
                  <a:pt x="0" y="16899"/>
                </a:cubicBezTo>
              </a:path>
            </a:pathLst>
          </a:custGeom>
          <a:noFill/>
          <a:ln cap="flat" cmpd="sng" w="9525">
            <a:solidFill>
              <a:schemeClr val="dk2"/>
            </a:solidFill>
            <a:prstDash val="dash"/>
            <a:round/>
            <a:headEnd len="med" w="med" type="none"/>
            <a:tailEnd len="med" w="med" type="diamond"/>
          </a:ln>
        </p:spPr>
      </p:sp>
      <p:sp>
        <p:nvSpPr>
          <p:cNvPr id="1902" name="Google Shape;1902;p70"/>
          <p:cNvSpPr/>
          <p:nvPr/>
        </p:nvSpPr>
        <p:spPr>
          <a:xfrm>
            <a:off x="5107663" y="1755981"/>
            <a:ext cx="1853700" cy="829123"/>
          </a:xfrm>
          <a:custGeom>
            <a:rect b="b" l="l" r="r" t="t"/>
            <a:pathLst>
              <a:path extrusionOk="0" h="23189" w="61452">
                <a:moveTo>
                  <a:pt x="61452" y="17207"/>
                </a:moveTo>
                <a:cubicBezTo>
                  <a:pt x="59660" y="18180"/>
                  <a:pt x="58431" y="22687"/>
                  <a:pt x="50698" y="23045"/>
                </a:cubicBezTo>
                <a:cubicBezTo>
                  <a:pt x="42965" y="23404"/>
                  <a:pt x="23506" y="23199"/>
                  <a:pt x="15056" y="19358"/>
                </a:cubicBezTo>
                <a:cubicBezTo>
                  <a:pt x="6606" y="15517"/>
                  <a:pt x="2509" y="3226"/>
                  <a:pt x="0" y="0"/>
                </a:cubicBezTo>
              </a:path>
            </a:pathLst>
          </a:custGeom>
          <a:noFill/>
          <a:ln cap="flat" cmpd="sng" w="9525">
            <a:solidFill>
              <a:schemeClr val="dk2"/>
            </a:solidFill>
            <a:prstDash val="solid"/>
            <a:round/>
            <a:headEnd len="med" w="med" type="none"/>
            <a:tailEnd len="med" w="med" type="stealth"/>
          </a:ln>
        </p:spPr>
      </p:sp>
      <p:sp>
        <p:nvSpPr>
          <p:cNvPr id="1903" name="Google Shape;1903;p70"/>
          <p:cNvSpPr/>
          <p:nvPr/>
        </p:nvSpPr>
        <p:spPr>
          <a:xfrm>
            <a:off x="6703275" y="2393538"/>
            <a:ext cx="240025" cy="191550"/>
          </a:xfrm>
          <a:custGeom>
            <a:rect b="b" l="l" r="r" t="t"/>
            <a:pathLst>
              <a:path extrusionOk="0" h="7662" w="9601">
                <a:moveTo>
                  <a:pt x="6760" y="0"/>
                </a:moveTo>
                <a:cubicBezTo>
                  <a:pt x="7221" y="410"/>
                  <a:pt x="9371" y="1331"/>
                  <a:pt x="9525" y="2458"/>
                </a:cubicBezTo>
                <a:cubicBezTo>
                  <a:pt x="9679" y="3585"/>
                  <a:pt x="8911" y="5992"/>
                  <a:pt x="7682" y="6760"/>
                </a:cubicBezTo>
                <a:cubicBezTo>
                  <a:pt x="6453" y="7528"/>
                  <a:pt x="3431" y="8143"/>
                  <a:pt x="2151" y="7067"/>
                </a:cubicBezTo>
                <a:cubicBezTo>
                  <a:pt x="871" y="5992"/>
                  <a:pt x="359" y="1434"/>
                  <a:pt x="0" y="307"/>
                </a:cubicBezTo>
              </a:path>
            </a:pathLst>
          </a:custGeom>
          <a:noFill/>
          <a:ln cap="flat" cmpd="sng" w="9525">
            <a:solidFill>
              <a:schemeClr val="dk2"/>
            </a:solidFill>
            <a:prstDash val="solid"/>
            <a:round/>
            <a:headEnd len="med" w="med" type="none"/>
            <a:tailEnd len="med" w="med" type="stealth"/>
          </a:ln>
        </p:spPr>
      </p:sp>
      <p:sp>
        <p:nvSpPr>
          <p:cNvPr id="1904" name="Google Shape;1904;p70"/>
          <p:cNvSpPr/>
          <p:nvPr/>
        </p:nvSpPr>
        <p:spPr>
          <a:xfrm>
            <a:off x="6635125" y="1995325"/>
            <a:ext cx="910544" cy="233992"/>
          </a:xfrm>
          <a:custGeom>
            <a:rect b="b" l="l" r="r" t="t"/>
            <a:pathLst>
              <a:path extrusionOk="0" h="15055" w="27653">
                <a:moveTo>
                  <a:pt x="0" y="15055"/>
                </a:moveTo>
                <a:cubicBezTo>
                  <a:pt x="3534" y="13826"/>
                  <a:pt x="16592" y="10190"/>
                  <a:pt x="21201" y="7681"/>
                </a:cubicBezTo>
                <a:cubicBezTo>
                  <a:pt x="25810" y="5172"/>
                  <a:pt x="26578" y="1280"/>
                  <a:pt x="27653" y="0"/>
                </a:cubicBezTo>
              </a:path>
            </a:pathLst>
          </a:custGeom>
          <a:noFill/>
          <a:ln cap="flat" cmpd="sng" w="9525">
            <a:solidFill>
              <a:schemeClr val="dk2"/>
            </a:solidFill>
            <a:prstDash val="solid"/>
            <a:round/>
            <a:headEnd len="med" w="med" type="none"/>
            <a:tailEnd len="med" w="med" type="diamond"/>
          </a:ln>
        </p:spPr>
      </p:sp>
      <p:sp>
        <p:nvSpPr>
          <p:cNvPr id="1905" name="Google Shape;1905;p70"/>
          <p:cNvSpPr/>
          <p:nvPr/>
        </p:nvSpPr>
        <p:spPr>
          <a:xfrm>
            <a:off x="5629700" y="1994075"/>
            <a:ext cx="2027900" cy="589675"/>
          </a:xfrm>
          <a:custGeom>
            <a:rect b="b" l="l" r="r" t="t"/>
            <a:pathLst>
              <a:path extrusionOk="0" h="23587" w="81116">
                <a:moveTo>
                  <a:pt x="81116" y="3380"/>
                </a:moveTo>
                <a:cubicBezTo>
                  <a:pt x="76968" y="6504"/>
                  <a:pt x="65702" y="19409"/>
                  <a:pt x="56228" y="22123"/>
                </a:cubicBezTo>
                <a:cubicBezTo>
                  <a:pt x="46754" y="24837"/>
                  <a:pt x="33645" y="23352"/>
                  <a:pt x="24274" y="19665"/>
                </a:cubicBezTo>
                <a:cubicBezTo>
                  <a:pt x="14903" y="15978"/>
                  <a:pt x="4046" y="3278"/>
                  <a:pt x="0" y="0"/>
                </a:cubicBezTo>
              </a:path>
            </a:pathLst>
          </a:custGeom>
          <a:noFill/>
          <a:ln cap="flat" cmpd="sng" w="28575">
            <a:solidFill>
              <a:schemeClr val="dk2"/>
            </a:solidFill>
            <a:prstDash val="solid"/>
            <a:round/>
            <a:headEnd len="med" w="med" type="none"/>
            <a:tailEnd len="med" w="med" type="stealth"/>
          </a:ln>
        </p:spPr>
      </p:sp>
      <p:cxnSp>
        <p:nvCxnSpPr>
          <p:cNvPr id="1906" name="Google Shape;1906;p70"/>
          <p:cNvCxnSpPr>
            <a:stCxn id="1820" idx="1"/>
            <a:endCxn id="1823" idx="3"/>
          </p:cNvCxnSpPr>
          <p:nvPr/>
        </p:nvCxnSpPr>
        <p:spPr>
          <a:xfrm rot="10800000">
            <a:off x="6120421" y="1548561"/>
            <a:ext cx="109500" cy="105600"/>
          </a:xfrm>
          <a:prstGeom prst="straightConnector1">
            <a:avLst/>
          </a:prstGeom>
          <a:noFill/>
          <a:ln cap="flat" cmpd="sng" w="9525">
            <a:solidFill>
              <a:schemeClr val="dk2"/>
            </a:solidFill>
            <a:prstDash val="solid"/>
            <a:round/>
            <a:headEnd len="med" w="med" type="none"/>
            <a:tailEnd len="med" w="med" type="none"/>
          </a:ln>
        </p:spPr>
      </p:cxnSp>
      <p:cxnSp>
        <p:nvCxnSpPr>
          <p:cNvPr id="1907" name="Google Shape;1907;p70"/>
          <p:cNvCxnSpPr>
            <a:endCxn id="1823" idx="2"/>
          </p:cNvCxnSpPr>
          <p:nvPr/>
        </p:nvCxnSpPr>
        <p:spPr>
          <a:xfrm flipH="1" rot="10800000">
            <a:off x="5552800" y="1548600"/>
            <a:ext cx="479100" cy="61500"/>
          </a:xfrm>
          <a:prstGeom prst="straightConnector1">
            <a:avLst/>
          </a:prstGeom>
          <a:noFill/>
          <a:ln cap="flat" cmpd="sng" w="9525">
            <a:solidFill>
              <a:schemeClr val="dk2"/>
            </a:solidFill>
            <a:prstDash val="solid"/>
            <a:round/>
            <a:headEnd len="med" w="med" type="none"/>
            <a:tailEnd len="med" w="med" type="none"/>
          </a:ln>
        </p:spPr>
      </p:cxnSp>
      <p:cxnSp>
        <p:nvCxnSpPr>
          <p:cNvPr id="1908" name="Google Shape;1908;p70"/>
          <p:cNvCxnSpPr/>
          <p:nvPr/>
        </p:nvCxnSpPr>
        <p:spPr>
          <a:xfrm rot="10800000">
            <a:off x="5967750" y="1156750"/>
            <a:ext cx="53700" cy="391800"/>
          </a:xfrm>
          <a:prstGeom prst="straightConnector1">
            <a:avLst/>
          </a:prstGeom>
          <a:noFill/>
          <a:ln cap="flat" cmpd="sng" w="9525">
            <a:solidFill>
              <a:schemeClr val="dk2"/>
            </a:solidFill>
            <a:prstDash val="solid"/>
            <a:round/>
            <a:headEnd len="med" w="med" type="none"/>
            <a:tailEnd len="med" w="med" type="none"/>
          </a:ln>
        </p:spPr>
      </p:cxnSp>
      <p:cxnSp>
        <p:nvCxnSpPr>
          <p:cNvPr id="1909" name="Google Shape;1909;p70"/>
          <p:cNvCxnSpPr>
            <a:stCxn id="1819" idx="1"/>
            <a:endCxn id="1824" idx="2"/>
          </p:cNvCxnSpPr>
          <p:nvPr/>
        </p:nvCxnSpPr>
        <p:spPr>
          <a:xfrm flipH="1" rot="10800000">
            <a:off x="6483621" y="1548561"/>
            <a:ext cx="43200" cy="105600"/>
          </a:xfrm>
          <a:prstGeom prst="straightConnector1">
            <a:avLst/>
          </a:prstGeom>
          <a:noFill/>
          <a:ln cap="flat" cmpd="sng" w="9525">
            <a:solidFill>
              <a:schemeClr val="dk2"/>
            </a:solidFill>
            <a:prstDash val="solid"/>
            <a:round/>
            <a:headEnd len="med" w="med" type="none"/>
            <a:tailEnd len="med" w="med" type="none"/>
          </a:ln>
        </p:spPr>
      </p:cxnSp>
      <p:cxnSp>
        <p:nvCxnSpPr>
          <p:cNvPr id="1910" name="Google Shape;1910;p70"/>
          <p:cNvCxnSpPr>
            <a:stCxn id="1818" idx="0"/>
            <a:endCxn id="1824" idx="4"/>
          </p:cNvCxnSpPr>
          <p:nvPr/>
        </p:nvCxnSpPr>
        <p:spPr>
          <a:xfrm rot="10800000">
            <a:off x="6703900" y="1548625"/>
            <a:ext cx="96000" cy="81900"/>
          </a:xfrm>
          <a:prstGeom prst="straightConnector1">
            <a:avLst/>
          </a:prstGeom>
          <a:noFill/>
          <a:ln cap="flat" cmpd="sng" w="9525">
            <a:solidFill>
              <a:schemeClr val="dk2"/>
            </a:solidFill>
            <a:prstDash val="solid"/>
            <a:round/>
            <a:headEnd len="med" w="med" type="none"/>
            <a:tailEnd len="med" w="med" type="none"/>
          </a:ln>
        </p:spPr>
      </p:cxnSp>
      <p:cxnSp>
        <p:nvCxnSpPr>
          <p:cNvPr id="1911" name="Google Shape;1911;p70"/>
          <p:cNvCxnSpPr>
            <a:stCxn id="1824" idx="2"/>
          </p:cNvCxnSpPr>
          <p:nvPr/>
        </p:nvCxnSpPr>
        <p:spPr>
          <a:xfrm flipH="1" rot="10800000">
            <a:off x="6526875" y="1166100"/>
            <a:ext cx="38100" cy="382500"/>
          </a:xfrm>
          <a:prstGeom prst="straightConnector1">
            <a:avLst/>
          </a:prstGeom>
          <a:noFill/>
          <a:ln cap="flat" cmpd="sng" w="9525">
            <a:solidFill>
              <a:schemeClr val="dk2"/>
            </a:solidFill>
            <a:prstDash val="solid"/>
            <a:round/>
            <a:headEnd len="med" w="med" type="none"/>
            <a:tailEnd len="med" w="med" type="none"/>
          </a:ln>
        </p:spPr>
      </p:cxnSp>
      <p:cxnSp>
        <p:nvCxnSpPr>
          <p:cNvPr id="1912" name="Google Shape;1912;p70"/>
          <p:cNvCxnSpPr>
            <a:stCxn id="1821" idx="1"/>
            <a:endCxn id="1825" idx="2"/>
          </p:cNvCxnSpPr>
          <p:nvPr/>
        </p:nvCxnSpPr>
        <p:spPr>
          <a:xfrm flipH="1" rot="10800000">
            <a:off x="6991021" y="1548561"/>
            <a:ext cx="78900" cy="105600"/>
          </a:xfrm>
          <a:prstGeom prst="straightConnector1">
            <a:avLst/>
          </a:prstGeom>
          <a:noFill/>
          <a:ln cap="flat" cmpd="sng" w="9525">
            <a:solidFill>
              <a:schemeClr val="dk2"/>
            </a:solidFill>
            <a:prstDash val="solid"/>
            <a:round/>
            <a:headEnd len="med" w="med" type="none"/>
            <a:tailEnd len="med" w="med" type="none"/>
          </a:ln>
        </p:spPr>
      </p:cxnSp>
      <p:cxnSp>
        <p:nvCxnSpPr>
          <p:cNvPr id="1913" name="Google Shape;1913;p70"/>
          <p:cNvCxnSpPr>
            <a:stCxn id="1822" idx="0"/>
            <a:endCxn id="1825" idx="4"/>
          </p:cNvCxnSpPr>
          <p:nvPr/>
        </p:nvCxnSpPr>
        <p:spPr>
          <a:xfrm rot="10800000">
            <a:off x="7247000" y="1548625"/>
            <a:ext cx="60300" cy="81900"/>
          </a:xfrm>
          <a:prstGeom prst="straightConnector1">
            <a:avLst/>
          </a:prstGeom>
          <a:noFill/>
          <a:ln cap="flat" cmpd="sng" w="9525">
            <a:solidFill>
              <a:schemeClr val="dk2"/>
            </a:solidFill>
            <a:prstDash val="solid"/>
            <a:round/>
            <a:headEnd len="med" w="med" type="none"/>
            <a:tailEnd len="med" w="med" type="none"/>
          </a:ln>
        </p:spPr>
      </p:cxnSp>
      <p:cxnSp>
        <p:nvCxnSpPr>
          <p:cNvPr id="1914" name="Google Shape;1914;p70"/>
          <p:cNvCxnSpPr>
            <a:stCxn id="1825" idx="2"/>
          </p:cNvCxnSpPr>
          <p:nvPr/>
        </p:nvCxnSpPr>
        <p:spPr>
          <a:xfrm flipH="1" rot="10800000">
            <a:off x="7070050" y="1143600"/>
            <a:ext cx="84300" cy="405000"/>
          </a:xfrm>
          <a:prstGeom prst="straightConnector1">
            <a:avLst/>
          </a:prstGeom>
          <a:noFill/>
          <a:ln cap="flat" cmpd="sng" w="9525">
            <a:solidFill>
              <a:schemeClr val="dk2"/>
            </a:solidFill>
            <a:prstDash val="solid"/>
            <a:round/>
            <a:headEnd len="med" w="med" type="none"/>
            <a:tailEnd len="med" w="med" type="none"/>
          </a:ln>
        </p:spPr>
      </p:cxnSp>
      <p:cxnSp>
        <p:nvCxnSpPr>
          <p:cNvPr id="1915" name="Google Shape;1915;p70"/>
          <p:cNvCxnSpPr>
            <a:endCxn id="1826" idx="2"/>
          </p:cNvCxnSpPr>
          <p:nvPr/>
        </p:nvCxnSpPr>
        <p:spPr>
          <a:xfrm flipH="1" rot="10800000">
            <a:off x="7641825" y="1548600"/>
            <a:ext cx="110700" cy="69600"/>
          </a:xfrm>
          <a:prstGeom prst="straightConnector1">
            <a:avLst/>
          </a:prstGeom>
          <a:noFill/>
          <a:ln cap="flat" cmpd="sng" w="9525">
            <a:solidFill>
              <a:schemeClr val="dk2"/>
            </a:solidFill>
            <a:prstDash val="solid"/>
            <a:round/>
            <a:headEnd len="med" w="med" type="none"/>
            <a:tailEnd len="med" w="med" type="none"/>
          </a:ln>
        </p:spPr>
      </p:cxnSp>
      <p:cxnSp>
        <p:nvCxnSpPr>
          <p:cNvPr id="1916" name="Google Shape;1916;p70"/>
          <p:cNvCxnSpPr/>
          <p:nvPr/>
        </p:nvCxnSpPr>
        <p:spPr>
          <a:xfrm flipH="1" rot="10800000">
            <a:off x="7856800" y="1702975"/>
            <a:ext cx="44400" cy="177900"/>
          </a:xfrm>
          <a:prstGeom prst="straightConnector1">
            <a:avLst/>
          </a:prstGeom>
          <a:noFill/>
          <a:ln cap="flat" cmpd="sng" w="9525">
            <a:solidFill>
              <a:schemeClr val="dk2"/>
            </a:solidFill>
            <a:prstDash val="solid"/>
            <a:round/>
            <a:headEnd len="med" w="med" type="none"/>
            <a:tailEnd len="med" w="med" type="none"/>
          </a:ln>
        </p:spPr>
      </p:cxnSp>
      <p:sp>
        <p:nvSpPr>
          <p:cNvPr id="1917" name="Google Shape;1917;p70"/>
          <p:cNvSpPr txBox="1"/>
          <p:nvPr/>
        </p:nvSpPr>
        <p:spPr>
          <a:xfrm>
            <a:off x="4678150" y="306150"/>
            <a:ext cx="4147500" cy="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NOTE: Bress will double team end briefly, then head for pitch. Gavin will take fake then head for CB, Simon will take fake and protect backside. After pitch Carter also protect backside. Caleb cut split down, seal DE then move up to LB.</a:t>
            </a:r>
            <a:endParaRPr sz="700">
              <a:solidFill>
                <a:schemeClr val="dk2"/>
              </a:solidFill>
            </a:endParaRPr>
          </a:p>
        </p:txBody>
      </p:sp>
      <p:cxnSp>
        <p:nvCxnSpPr>
          <p:cNvPr id="1918" name="Google Shape;1918;p70"/>
          <p:cNvCxnSpPr/>
          <p:nvPr/>
        </p:nvCxnSpPr>
        <p:spPr>
          <a:xfrm flipH="1" rot="10800000">
            <a:off x="6872775" y="2237625"/>
            <a:ext cx="294300" cy="57600"/>
          </a:xfrm>
          <a:prstGeom prst="straightConnector1">
            <a:avLst/>
          </a:prstGeom>
          <a:noFill/>
          <a:ln cap="flat" cmpd="sng" w="9525">
            <a:solidFill>
              <a:schemeClr val="dk2"/>
            </a:solidFill>
            <a:prstDash val="solid"/>
            <a:round/>
            <a:headEnd len="med" w="med" type="none"/>
            <a:tailEnd len="med" w="med" type="diamond"/>
          </a:ln>
        </p:spPr>
      </p:cxnSp>
      <p:sp>
        <p:nvSpPr>
          <p:cNvPr id="1919" name="Google Shape;1919;p70"/>
          <p:cNvSpPr txBox="1"/>
          <p:nvPr/>
        </p:nvSpPr>
        <p:spPr>
          <a:xfrm>
            <a:off x="68400" y="2728475"/>
            <a:ext cx="3744300" cy="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2"/>
                </a:solidFill>
              </a:rPr>
              <a:t>Trips Flip 3 Jet Fake 26 17 X (BASE)</a:t>
            </a:r>
            <a:endParaRPr b="1" sz="1300">
              <a:solidFill>
                <a:schemeClr val="dk2"/>
              </a:solidFill>
            </a:endParaRPr>
          </a:p>
        </p:txBody>
      </p:sp>
      <p:sp>
        <p:nvSpPr>
          <p:cNvPr id="1920" name="Google Shape;1920;p70"/>
          <p:cNvSpPr/>
          <p:nvPr/>
        </p:nvSpPr>
        <p:spPr>
          <a:xfrm>
            <a:off x="2198525" y="4580300"/>
            <a:ext cx="525925" cy="209575"/>
          </a:xfrm>
          <a:custGeom>
            <a:rect b="b" l="l" r="r" t="t"/>
            <a:pathLst>
              <a:path extrusionOk="0" h="8383" w="21037">
                <a:moveTo>
                  <a:pt x="21037" y="0"/>
                </a:moveTo>
                <a:cubicBezTo>
                  <a:pt x="18232" y="1286"/>
                  <a:pt x="7714" y="6389"/>
                  <a:pt x="4208" y="7713"/>
                </a:cubicBezTo>
                <a:cubicBezTo>
                  <a:pt x="702" y="9038"/>
                  <a:pt x="701" y="7908"/>
                  <a:pt x="0" y="7947"/>
                </a:cubicBezTo>
              </a:path>
            </a:pathLst>
          </a:custGeom>
          <a:noFill/>
          <a:ln cap="flat" cmpd="sng" w="9525">
            <a:solidFill>
              <a:schemeClr val="dk2"/>
            </a:solidFill>
            <a:prstDash val="dash"/>
            <a:round/>
            <a:headEnd len="med" w="med" type="none"/>
            <a:tailEnd len="med" w="med" type="none"/>
          </a:ln>
        </p:spPr>
      </p:sp>
      <p:sp>
        <p:nvSpPr>
          <p:cNvPr id="1921" name="Google Shape;1921;p70"/>
          <p:cNvSpPr/>
          <p:nvPr/>
        </p:nvSpPr>
        <p:spPr>
          <a:xfrm>
            <a:off x="790250" y="4421850"/>
            <a:ext cx="1379059" cy="339605"/>
          </a:xfrm>
          <a:custGeom>
            <a:rect b="b" l="l" r="r" t="t"/>
            <a:pathLst>
              <a:path extrusionOk="0" h="10986" w="43476">
                <a:moveTo>
                  <a:pt x="43476" y="10986"/>
                </a:moveTo>
                <a:cubicBezTo>
                  <a:pt x="38840" y="10480"/>
                  <a:pt x="22906" y="9778"/>
                  <a:pt x="15660" y="7947"/>
                </a:cubicBezTo>
                <a:cubicBezTo>
                  <a:pt x="8414" y="6116"/>
                  <a:pt x="2610" y="1325"/>
                  <a:pt x="0" y="0"/>
                </a:cubicBezTo>
              </a:path>
            </a:pathLst>
          </a:custGeom>
          <a:noFill/>
          <a:ln cap="flat" cmpd="sng" w="9525">
            <a:solidFill>
              <a:schemeClr val="dk2"/>
            </a:solidFill>
            <a:prstDash val="solid"/>
            <a:round/>
            <a:headEnd len="med" w="med" type="none"/>
            <a:tailEnd len="med" w="med" type="stealth"/>
          </a:ln>
        </p:spPr>
      </p:sp>
      <p:cxnSp>
        <p:nvCxnSpPr>
          <p:cNvPr id="1922" name="Google Shape;1922;p70"/>
          <p:cNvCxnSpPr>
            <a:endCxn id="1845" idx="2"/>
          </p:cNvCxnSpPr>
          <p:nvPr/>
        </p:nvCxnSpPr>
        <p:spPr>
          <a:xfrm flipH="1" rot="10800000">
            <a:off x="936375" y="4110113"/>
            <a:ext cx="391500" cy="148800"/>
          </a:xfrm>
          <a:prstGeom prst="straightConnector1">
            <a:avLst/>
          </a:prstGeom>
          <a:noFill/>
          <a:ln cap="flat" cmpd="sng" w="9525">
            <a:solidFill>
              <a:schemeClr val="dk2"/>
            </a:solidFill>
            <a:prstDash val="solid"/>
            <a:round/>
            <a:headEnd len="med" w="med" type="none"/>
            <a:tailEnd len="med" w="med" type="none"/>
          </a:ln>
        </p:spPr>
      </p:cxnSp>
      <p:cxnSp>
        <p:nvCxnSpPr>
          <p:cNvPr id="1923" name="Google Shape;1923;p70"/>
          <p:cNvCxnSpPr>
            <a:stCxn id="1842" idx="1"/>
            <a:endCxn id="1845" idx="4"/>
          </p:cNvCxnSpPr>
          <p:nvPr/>
        </p:nvCxnSpPr>
        <p:spPr>
          <a:xfrm rot="10800000">
            <a:off x="1504859" y="4109974"/>
            <a:ext cx="54000" cy="116100"/>
          </a:xfrm>
          <a:prstGeom prst="straightConnector1">
            <a:avLst/>
          </a:prstGeom>
          <a:noFill/>
          <a:ln cap="flat" cmpd="sng" w="9525">
            <a:solidFill>
              <a:schemeClr val="dk2"/>
            </a:solidFill>
            <a:prstDash val="solid"/>
            <a:round/>
            <a:headEnd len="med" w="med" type="none"/>
            <a:tailEnd len="med" w="med" type="none"/>
          </a:ln>
        </p:spPr>
      </p:cxnSp>
      <p:cxnSp>
        <p:nvCxnSpPr>
          <p:cNvPr id="1924" name="Google Shape;1924;p70"/>
          <p:cNvCxnSpPr>
            <a:stCxn id="1841" idx="0"/>
            <a:endCxn id="1846" idx="2"/>
          </p:cNvCxnSpPr>
          <p:nvPr/>
        </p:nvCxnSpPr>
        <p:spPr>
          <a:xfrm rot="10800000">
            <a:off x="1867338" y="4110038"/>
            <a:ext cx="7800" cy="92400"/>
          </a:xfrm>
          <a:prstGeom prst="straightConnector1">
            <a:avLst/>
          </a:prstGeom>
          <a:noFill/>
          <a:ln cap="flat" cmpd="sng" w="9525">
            <a:solidFill>
              <a:schemeClr val="dk2"/>
            </a:solidFill>
            <a:prstDash val="solid"/>
            <a:round/>
            <a:headEnd len="med" w="med" type="none"/>
            <a:tailEnd len="med" w="med" type="none"/>
          </a:ln>
        </p:spPr>
      </p:cxnSp>
      <p:cxnSp>
        <p:nvCxnSpPr>
          <p:cNvPr id="1925" name="Google Shape;1925;p70"/>
          <p:cNvCxnSpPr>
            <a:stCxn id="1840" idx="0"/>
            <a:endCxn id="1846" idx="4"/>
          </p:cNvCxnSpPr>
          <p:nvPr/>
        </p:nvCxnSpPr>
        <p:spPr>
          <a:xfrm rot="10800000">
            <a:off x="2044538" y="4110038"/>
            <a:ext cx="84300" cy="92400"/>
          </a:xfrm>
          <a:prstGeom prst="straightConnector1">
            <a:avLst/>
          </a:prstGeom>
          <a:noFill/>
          <a:ln cap="flat" cmpd="sng" w="9525">
            <a:solidFill>
              <a:schemeClr val="dk2"/>
            </a:solidFill>
            <a:prstDash val="solid"/>
            <a:round/>
            <a:headEnd len="med" w="med" type="none"/>
            <a:tailEnd len="med" w="med" type="none"/>
          </a:ln>
        </p:spPr>
      </p:cxnSp>
      <p:cxnSp>
        <p:nvCxnSpPr>
          <p:cNvPr id="1926" name="Google Shape;1926;p70"/>
          <p:cNvCxnSpPr>
            <a:stCxn id="1843" idx="0"/>
            <a:endCxn id="1847" idx="2"/>
          </p:cNvCxnSpPr>
          <p:nvPr/>
        </p:nvCxnSpPr>
        <p:spPr>
          <a:xfrm flipH="1" rot="10800000">
            <a:off x="2382538" y="4110038"/>
            <a:ext cx="69000" cy="92400"/>
          </a:xfrm>
          <a:prstGeom prst="straightConnector1">
            <a:avLst/>
          </a:prstGeom>
          <a:noFill/>
          <a:ln cap="flat" cmpd="sng" w="9525">
            <a:solidFill>
              <a:schemeClr val="dk2"/>
            </a:solidFill>
            <a:prstDash val="solid"/>
            <a:round/>
            <a:headEnd len="med" w="med" type="none"/>
            <a:tailEnd len="med" w="med" type="none"/>
          </a:ln>
        </p:spPr>
      </p:cxnSp>
      <p:cxnSp>
        <p:nvCxnSpPr>
          <p:cNvPr id="1927" name="Google Shape;1927;p70"/>
          <p:cNvCxnSpPr>
            <a:stCxn id="1844" idx="7"/>
            <a:endCxn id="1848" idx="2"/>
          </p:cNvCxnSpPr>
          <p:nvPr/>
        </p:nvCxnSpPr>
        <p:spPr>
          <a:xfrm flipH="1" rot="10800000">
            <a:off x="2698816" y="4109974"/>
            <a:ext cx="205500" cy="116100"/>
          </a:xfrm>
          <a:prstGeom prst="straightConnector1">
            <a:avLst/>
          </a:prstGeom>
          <a:noFill/>
          <a:ln cap="flat" cmpd="sng" w="9525">
            <a:solidFill>
              <a:schemeClr val="dk2"/>
            </a:solidFill>
            <a:prstDash val="solid"/>
            <a:round/>
            <a:headEnd len="med" w="med" type="none"/>
            <a:tailEnd len="med" w="med" type="none"/>
          </a:ln>
        </p:spPr>
      </p:cxnSp>
      <p:cxnSp>
        <p:nvCxnSpPr>
          <p:cNvPr id="1928" name="Google Shape;1928;p70"/>
          <p:cNvCxnSpPr>
            <a:stCxn id="1846" idx="2"/>
          </p:cNvCxnSpPr>
          <p:nvPr/>
        </p:nvCxnSpPr>
        <p:spPr>
          <a:xfrm flipH="1" rot="10800000">
            <a:off x="1867463" y="3730313"/>
            <a:ext cx="18900" cy="379800"/>
          </a:xfrm>
          <a:prstGeom prst="straightConnector1">
            <a:avLst/>
          </a:prstGeom>
          <a:noFill/>
          <a:ln cap="flat" cmpd="sng" w="9525">
            <a:solidFill>
              <a:schemeClr val="dk2"/>
            </a:solidFill>
            <a:prstDash val="solid"/>
            <a:round/>
            <a:headEnd len="med" w="med" type="none"/>
            <a:tailEnd len="med" w="med" type="none"/>
          </a:ln>
        </p:spPr>
      </p:cxnSp>
      <p:sp>
        <p:nvSpPr>
          <p:cNvPr id="1929" name="Google Shape;1929;p70"/>
          <p:cNvSpPr/>
          <p:nvPr/>
        </p:nvSpPr>
        <p:spPr>
          <a:xfrm>
            <a:off x="1903125" y="4521850"/>
            <a:ext cx="847300" cy="286350"/>
          </a:xfrm>
          <a:custGeom>
            <a:rect b="b" l="l" r="r" t="t"/>
            <a:pathLst>
              <a:path extrusionOk="0" h="11454" w="33892">
                <a:moveTo>
                  <a:pt x="0" y="11454"/>
                </a:moveTo>
                <a:cubicBezTo>
                  <a:pt x="3467" y="10597"/>
                  <a:pt x="15154" y="8220"/>
                  <a:pt x="20803" y="6311"/>
                </a:cubicBezTo>
                <a:cubicBezTo>
                  <a:pt x="26452" y="4402"/>
                  <a:pt x="31711" y="1052"/>
                  <a:pt x="33892" y="0"/>
                </a:cubicBezTo>
              </a:path>
            </a:pathLst>
          </a:custGeom>
          <a:noFill/>
          <a:ln cap="flat" cmpd="sng" w="9525">
            <a:solidFill>
              <a:schemeClr val="dk2"/>
            </a:solidFill>
            <a:prstDash val="solid"/>
            <a:round/>
            <a:headEnd len="med" w="med" type="none"/>
            <a:tailEnd len="med" w="med" type="diamond"/>
          </a:ln>
        </p:spPr>
      </p:sp>
      <p:sp>
        <p:nvSpPr>
          <p:cNvPr id="1930" name="Google Shape;1930;p70"/>
          <p:cNvSpPr/>
          <p:nvPr/>
        </p:nvSpPr>
        <p:spPr>
          <a:xfrm>
            <a:off x="890875" y="4796500"/>
            <a:ext cx="1192100" cy="233750"/>
          </a:xfrm>
          <a:custGeom>
            <a:rect b="b" l="l" r="r" t="t"/>
            <a:pathLst>
              <a:path extrusionOk="0" h="9350" w="47684">
                <a:moveTo>
                  <a:pt x="47684" y="9350"/>
                </a:moveTo>
                <a:cubicBezTo>
                  <a:pt x="43477" y="9116"/>
                  <a:pt x="30386" y="9505"/>
                  <a:pt x="22439" y="7947"/>
                </a:cubicBezTo>
                <a:cubicBezTo>
                  <a:pt x="14492" y="6389"/>
                  <a:pt x="3740" y="1325"/>
                  <a:pt x="0" y="0"/>
                </a:cubicBezTo>
              </a:path>
            </a:pathLst>
          </a:custGeom>
          <a:noFill/>
          <a:ln cap="flat" cmpd="sng" w="28575">
            <a:solidFill>
              <a:schemeClr val="dk2"/>
            </a:solidFill>
            <a:prstDash val="solid"/>
            <a:round/>
            <a:headEnd len="med" w="med" type="none"/>
            <a:tailEnd len="med" w="med" type="stealth"/>
          </a:ln>
        </p:spPr>
      </p:sp>
      <p:cxnSp>
        <p:nvCxnSpPr>
          <p:cNvPr id="1931" name="Google Shape;1931;p70"/>
          <p:cNvCxnSpPr>
            <a:endCxn id="1852" idx="2"/>
          </p:cNvCxnSpPr>
          <p:nvPr/>
        </p:nvCxnSpPr>
        <p:spPr>
          <a:xfrm rot="10800000">
            <a:off x="3331275" y="3931863"/>
            <a:ext cx="156000" cy="438000"/>
          </a:xfrm>
          <a:prstGeom prst="straightConnector1">
            <a:avLst/>
          </a:prstGeom>
          <a:noFill/>
          <a:ln cap="flat" cmpd="sng" w="9525">
            <a:solidFill>
              <a:schemeClr val="dk2"/>
            </a:solidFill>
            <a:prstDash val="solid"/>
            <a:round/>
            <a:headEnd len="med" w="med" type="none"/>
            <a:tailEnd len="med" w="med" type="none"/>
          </a:ln>
        </p:spPr>
      </p:cxnSp>
      <p:cxnSp>
        <p:nvCxnSpPr>
          <p:cNvPr id="1932" name="Google Shape;1932;p70"/>
          <p:cNvCxnSpPr>
            <a:endCxn id="1853" idx="2"/>
          </p:cNvCxnSpPr>
          <p:nvPr/>
        </p:nvCxnSpPr>
        <p:spPr>
          <a:xfrm rot="10800000">
            <a:off x="4022075" y="4017863"/>
            <a:ext cx="55500" cy="182700"/>
          </a:xfrm>
          <a:prstGeom prst="straightConnector1">
            <a:avLst/>
          </a:prstGeom>
          <a:noFill/>
          <a:ln cap="flat" cmpd="sng" w="9525">
            <a:solidFill>
              <a:schemeClr val="dk2"/>
            </a:solidFill>
            <a:prstDash val="solid"/>
            <a:round/>
            <a:headEnd len="med" w="med" type="none"/>
            <a:tailEnd len="med" w="med" type="none"/>
          </a:ln>
        </p:spPr>
      </p:cxnSp>
      <p:sp>
        <p:nvSpPr>
          <p:cNvPr id="1933" name="Google Shape;1933;p70"/>
          <p:cNvSpPr txBox="1"/>
          <p:nvPr/>
        </p:nvSpPr>
        <p:spPr>
          <a:xfrm>
            <a:off x="101388" y="2931738"/>
            <a:ext cx="4147500" cy="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rPr>
              <a:t>NOTE: 3 Jet tells T to take DE, Simon will help after fake. X call tells Gavin to cut split down, seal DE then move to LB.</a:t>
            </a:r>
            <a:endParaRPr sz="700">
              <a:solidFill>
                <a:schemeClr val="dk2"/>
              </a:solidFill>
            </a:endParaRPr>
          </a:p>
        </p:txBody>
      </p:sp>
      <p:sp>
        <p:nvSpPr>
          <p:cNvPr id="1934" name="Google Shape;1934;p70"/>
          <p:cNvSpPr txBox="1"/>
          <p:nvPr/>
        </p:nvSpPr>
        <p:spPr>
          <a:xfrm>
            <a:off x="4601250" y="2722975"/>
            <a:ext cx="3744300" cy="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2"/>
                </a:solidFill>
              </a:rPr>
              <a:t>Trips</a:t>
            </a:r>
            <a:r>
              <a:rPr b="1" lang="en" sz="1300">
                <a:solidFill>
                  <a:schemeClr val="dk2"/>
                </a:solidFill>
              </a:rPr>
              <a:t> Flip 3 Over Fake </a:t>
            </a:r>
            <a:r>
              <a:rPr b="1" lang="en" sz="1300">
                <a:solidFill>
                  <a:schemeClr val="dk2"/>
                </a:solidFill>
              </a:rPr>
              <a:t>2</a:t>
            </a:r>
            <a:r>
              <a:rPr b="1" lang="en" sz="1300">
                <a:solidFill>
                  <a:schemeClr val="dk2"/>
                </a:solidFill>
              </a:rPr>
              <a:t>6 </a:t>
            </a:r>
            <a:r>
              <a:rPr b="1" lang="en" sz="1300">
                <a:solidFill>
                  <a:schemeClr val="dk2"/>
                </a:solidFill>
              </a:rPr>
              <a:t>12</a:t>
            </a:r>
            <a:r>
              <a:rPr b="1" lang="en" sz="1300">
                <a:solidFill>
                  <a:schemeClr val="dk2"/>
                </a:solidFill>
              </a:rPr>
              <a:t> Trap (Base) </a:t>
            </a:r>
            <a:endParaRPr b="1" sz="1300">
              <a:solidFill>
                <a:schemeClr val="dk2"/>
              </a:solidFill>
            </a:endParaRPr>
          </a:p>
        </p:txBody>
      </p:sp>
      <p:cxnSp>
        <p:nvCxnSpPr>
          <p:cNvPr id="1935" name="Google Shape;1935;p70"/>
          <p:cNvCxnSpPr>
            <a:stCxn id="1864" idx="1"/>
            <a:endCxn id="1867" idx="4"/>
          </p:cNvCxnSpPr>
          <p:nvPr/>
        </p:nvCxnSpPr>
        <p:spPr>
          <a:xfrm rot="10800000">
            <a:off x="6099209" y="4120486"/>
            <a:ext cx="57900" cy="105600"/>
          </a:xfrm>
          <a:prstGeom prst="straightConnector1">
            <a:avLst/>
          </a:prstGeom>
          <a:noFill/>
          <a:ln cap="flat" cmpd="sng" w="9525">
            <a:solidFill>
              <a:schemeClr val="dk2"/>
            </a:solidFill>
            <a:prstDash val="solid"/>
            <a:round/>
            <a:headEnd len="med" w="med" type="none"/>
            <a:tailEnd len="med" w="med" type="none"/>
          </a:ln>
        </p:spPr>
      </p:cxnSp>
      <p:cxnSp>
        <p:nvCxnSpPr>
          <p:cNvPr id="1936" name="Google Shape;1936;p70"/>
          <p:cNvCxnSpPr>
            <a:stCxn id="1863" idx="0"/>
            <a:endCxn id="1868" idx="4"/>
          </p:cNvCxnSpPr>
          <p:nvPr/>
        </p:nvCxnSpPr>
        <p:spPr>
          <a:xfrm rot="10800000">
            <a:off x="6448188" y="4092350"/>
            <a:ext cx="25200" cy="110100"/>
          </a:xfrm>
          <a:prstGeom prst="straightConnector1">
            <a:avLst/>
          </a:prstGeom>
          <a:noFill/>
          <a:ln cap="flat" cmpd="sng" w="9525">
            <a:solidFill>
              <a:schemeClr val="dk2"/>
            </a:solidFill>
            <a:prstDash val="solid"/>
            <a:round/>
            <a:headEnd len="med" w="med" type="none"/>
            <a:tailEnd len="med" w="med" type="none"/>
          </a:ln>
        </p:spPr>
      </p:cxnSp>
      <p:cxnSp>
        <p:nvCxnSpPr>
          <p:cNvPr id="1937" name="Google Shape;1937;p70"/>
          <p:cNvCxnSpPr>
            <a:stCxn id="1862" idx="0"/>
            <a:endCxn id="1869" idx="2"/>
          </p:cNvCxnSpPr>
          <p:nvPr/>
        </p:nvCxnSpPr>
        <p:spPr>
          <a:xfrm flipH="1" rot="10800000">
            <a:off x="6727088" y="4111250"/>
            <a:ext cx="108600" cy="91200"/>
          </a:xfrm>
          <a:prstGeom prst="straightConnector1">
            <a:avLst/>
          </a:prstGeom>
          <a:noFill/>
          <a:ln cap="flat" cmpd="sng" w="9525">
            <a:solidFill>
              <a:schemeClr val="dk2"/>
            </a:solidFill>
            <a:prstDash val="solid"/>
            <a:round/>
            <a:headEnd len="med" w="med" type="none"/>
            <a:tailEnd len="med" w="med" type="none"/>
          </a:ln>
        </p:spPr>
      </p:cxnSp>
      <p:cxnSp>
        <p:nvCxnSpPr>
          <p:cNvPr id="1938" name="Google Shape;1938;p70"/>
          <p:cNvCxnSpPr>
            <a:stCxn id="1866" idx="7"/>
            <a:endCxn id="1870" idx="2"/>
          </p:cNvCxnSpPr>
          <p:nvPr/>
        </p:nvCxnSpPr>
        <p:spPr>
          <a:xfrm flipH="1" rot="10800000">
            <a:off x="7297066" y="4109986"/>
            <a:ext cx="205500" cy="116100"/>
          </a:xfrm>
          <a:prstGeom prst="straightConnector1">
            <a:avLst/>
          </a:prstGeom>
          <a:noFill/>
          <a:ln cap="flat" cmpd="sng" w="9525">
            <a:solidFill>
              <a:schemeClr val="dk2"/>
            </a:solidFill>
            <a:prstDash val="solid"/>
            <a:round/>
            <a:headEnd len="med" w="med" type="none"/>
            <a:tailEnd len="med" w="med" type="none"/>
          </a:ln>
        </p:spPr>
      </p:cxnSp>
      <p:sp>
        <p:nvSpPr>
          <p:cNvPr id="1939" name="Google Shape;1939;p70"/>
          <p:cNvSpPr/>
          <p:nvPr/>
        </p:nvSpPr>
        <p:spPr>
          <a:xfrm>
            <a:off x="6547450" y="3908275"/>
            <a:ext cx="420725" cy="428775"/>
          </a:xfrm>
          <a:custGeom>
            <a:rect b="b" l="l" r="r" t="t"/>
            <a:pathLst>
              <a:path extrusionOk="0" h="17151" w="16829">
                <a:moveTo>
                  <a:pt x="16829" y="17064"/>
                </a:moveTo>
                <a:cubicBezTo>
                  <a:pt x="14959" y="16752"/>
                  <a:pt x="8415" y="18038"/>
                  <a:pt x="5610" y="15194"/>
                </a:cubicBezTo>
                <a:cubicBezTo>
                  <a:pt x="2805" y="12350"/>
                  <a:pt x="935" y="2532"/>
                  <a:pt x="0" y="0"/>
                </a:cubicBezTo>
              </a:path>
            </a:pathLst>
          </a:custGeom>
          <a:noFill/>
          <a:ln cap="flat" cmpd="sng" w="9525">
            <a:solidFill>
              <a:schemeClr val="dk2"/>
            </a:solidFill>
            <a:prstDash val="solid"/>
            <a:round/>
            <a:headEnd len="med" w="med" type="none"/>
            <a:tailEnd len="med" w="med" type="stealth"/>
          </a:ln>
        </p:spPr>
      </p:sp>
      <p:sp>
        <p:nvSpPr>
          <p:cNvPr id="1940" name="Google Shape;1940;p70"/>
          <p:cNvSpPr/>
          <p:nvPr/>
        </p:nvSpPr>
        <p:spPr>
          <a:xfrm>
            <a:off x="6170200" y="3791425"/>
            <a:ext cx="701225" cy="747975"/>
          </a:xfrm>
          <a:custGeom>
            <a:rect b="b" l="l" r="r" t="t"/>
            <a:pathLst>
              <a:path extrusionOk="0" h="29919" w="28049">
                <a:moveTo>
                  <a:pt x="0" y="29919"/>
                </a:moveTo>
                <a:cubicBezTo>
                  <a:pt x="1091" y="29763"/>
                  <a:pt x="3974" y="29607"/>
                  <a:pt x="6545" y="28984"/>
                </a:cubicBezTo>
                <a:cubicBezTo>
                  <a:pt x="9116" y="28361"/>
                  <a:pt x="11843" y="31010"/>
                  <a:pt x="15427" y="26179"/>
                </a:cubicBezTo>
                <a:cubicBezTo>
                  <a:pt x="19011" y="21348"/>
                  <a:pt x="25945" y="4363"/>
                  <a:pt x="28049" y="0"/>
                </a:cubicBezTo>
              </a:path>
            </a:pathLst>
          </a:custGeom>
          <a:noFill/>
          <a:ln cap="flat" cmpd="sng" w="9525">
            <a:solidFill>
              <a:schemeClr val="dk2"/>
            </a:solidFill>
            <a:prstDash val="solid"/>
            <a:round/>
            <a:headEnd len="med" w="med" type="none"/>
            <a:tailEnd len="med" w="med" type="stealth"/>
          </a:ln>
        </p:spPr>
      </p:sp>
      <p:sp>
        <p:nvSpPr>
          <p:cNvPr id="1941" name="Google Shape;1941;p70"/>
          <p:cNvSpPr/>
          <p:nvPr/>
        </p:nvSpPr>
        <p:spPr>
          <a:xfrm>
            <a:off x="6544200" y="4405000"/>
            <a:ext cx="870675" cy="414875"/>
          </a:xfrm>
          <a:custGeom>
            <a:rect b="b" l="l" r="r" t="t"/>
            <a:pathLst>
              <a:path extrusionOk="0" h="16595" w="34827">
                <a:moveTo>
                  <a:pt x="0" y="16595"/>
                </a:moveTo>
                <a:cubicBezTo>
                  <a:pt x="2104" y="16089"/>
                  <a:pt x="6818" y="16323"/>
                  <a:pt x="12622" y="13557"/>
                </a:cubicBezTo>
                <a:cubicBezTo>
                  <a:pt x="18427" y="10791"/>
                  <a:pt x="31126" y="2260"/>
                  <a:pt x="34827" y="0"/>
                </a:cubicBezTo>
              </a:path>
            </a:pathLst>
          </a:custGeom>
          <a:noFill/>
          <a:ln cap="flat" cmpd="sng" w="9525">
            <a:solidFill>
              <a:schemeClr val="dk2"/>
            </a:solidFill>
            <a:prstDash val="solid"/>
            <a:round/>
            <a:headEnd len="med" w="med" type="none"/>
            <a:tailEnd len="med" w="med" type="diamond"/>
          </a:ln>
        </p:spPr>
      </p:sp>
      <p:sp>
        <p:nvSpPr>
          <p:cNvPr id="1942" name="Google Shape;1942;p70"/>
          <p:cNvSpPr/>
          <p:nvPr/>
        </p:nvSpPr>
        <p:spPr>
          <a:xfrm>
            <a:off x="6642554" y="4422525"/>
            <a:ext cx="41875" cy="432425"/>
          </a:xfrm>
          <a:custGeom>
            <a:rect b="b" l="l" r="r" t="t"/>
            <a:pathLst>
              <a:path extrusionOk="0" h="17297" w="1675">
                <a:moveTo>
                  <a:pt x="1676" y="17297"/>
                </a:moveTo>
                <a:cubicBezTo>
                  <a:pt x="1442" y="15895"/>
                  <a:pt x="546" y="11765"/>
                  <a:pt x="273" y="8882"/>
                </a:cubicBezTo>
                <a:cubicBezTo>
                  <a:pt x="0" y="5999"/>
                  <a:pt x="78" y="1480"/>
                  <a:pt x="39" y="0"/>
                </a:cubicBezTo>
              </a:path>
            </a:pathLst>
          </a:custGeom>
          <a:noFill/>
          <a:ln cap="flat" cmpd="sng" w="28575">
            <a:solidFill>
              <a:schemeClr val="dk2"/>
            </a:solidFill>
            <a:prstDash val="solid"/>
            <a:round/>
            <a:headEnd len="med" w="med" type="none"/>
            <a:tailEnd len="med" w="med" type="stealth"/>
          </a:ln>
        </p:spPr>
      </p:sp>
      <p:cxnSp>
        <p:nvCxnSpPr>
          <p:cNvPr id="1943" name="Google Shape;1943;p70"/>
          <p:cNvCxnSpPr>
            <a:endCxn id="1876" idx="4"/>
          </p:cNvCxnSpPr>
          <p:nvPr/>
        </p:nvCxnSpPr>
        <p:spPr>
          <a:xfrm flipH="1" rot="10800000">
            <a:off x="4960550" y="4017875"/>
            <a:ext cx="18900" cy="180000"/>
          </a:xfrm>
          <a:prstGeom prst="straightConnector1">
            <a:avLst/>
          </a:prstGeom>
          <a:noFill/>
          <a:ln cap="flat" cmpd="sng" w="9525">
            <a:solidFill>
              <a:schemeClr val="dk2"/>
            </a:solidFill>
            <a:prstDash val="solid"/>
            <a:round/>
            <a:headEnd len="med" w="med" type="none"/>
            <a:tailEnd len="med" w="med" type="none"/>
          </a:ln>
        </p:spPr>
      </p:cxnSp>
      <p:cxnSp>
        <p:nvCxnSpPr>
          <p:cNvPr id="1944" name="Google Shape;1944;p70"/>
          <p:cNvCxnSpPr>
            <a:endCxn id="1874" idx="2"/>
          </p:cNvCxnSpPr>
          <p:nvPr/>
        </p:nvCxnSpPr>
        <p:spPr>
          <a:xfrm rot="10800000">
            <a:off x="7929525" y="3931875"/>
            <a:ext cx="174900" cy="394500"/>
          </a:xfrm>
          <a:prstGeom prst="straightConnector1">
            <a:avLst/>
          </a:prstGeom>
          <a:noFill/>
          <a:ln cap="flat" cmpd="sng" w="9525">
            <a:solidFill>
              <a:schemeClr val="dk2"/>
            </a:solidFill>
            <a:prstDash val="solid"/>
            <a:round/>
            <a:headEnd len="med" w="med" type="none"/>
            <a:tailEnd len="med" w="med" type="none"/>
          </a:ln>
        </p:spPr>
      </p:cxnSp>
      <p:cxnSp>
        <p:nvCxnSpPr>
          <p:cNvPr id="1945" name="Google Shape;1945;p70"/>
          <p:cNvCxnSpPr>
            <a:endCxn id="1875" idx="2"/>
          </p:cNvCxnSpPr>
          <p:nvPr/>
        </p:nvCxnSpPr>
        <p:spPr>
          <a:xfrm rot="10800000">
            <a:off x="8620325" y="4017875"/>
            <a:ext cx="45000" cy="1917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